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autoCompressPictures="0">
  <p:sldMasterIdLst>
    <p:sldMasterId id="2147483648" r:id="rId1"/>
  </p:sldMasterIdLst>
  <p:notesMasterIdLst>
    <p:notesMasterId r:id="rId16"/>
  </p:notesMasterIdLst>
  <p:handoutMasterIdLst>
    <p:handoutMasterId r:id="rId17"/>
  </p:handoutMasterIdLst>
  <p:sldIdLst>
    <p:sldId id="263" r:id="rId2"/>
    <p:sldId id="338" r:id="rId3"/>
    <p:sldId id="332" r:id="rId4"/>
    <p:sldId id="339" r:id="rId5"/>
    <p:sldId id="321" r:id="rId6"/>
    <p:sldId id="331" r:id="rId7"/>
    <p:sldId id="323" r:id="rId8"/>
    <p:sldId id="330" r:id="rId9"/>
    <p:sldId id="325" r:id="rId10"/>
    <p:sldId id="333" r:id="rId11"/>
    <p:sldId id="326" r:id="rId12"/>
    <p:sldId id="336" r:id="rId13"/>
    <p:sldId id="337" r:id="rId14"/>
    <p:sldId id="274" r:id="rId1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Präsentation" id="{D4FCB3B3-2F76-4BB5-8E9E-FB1C246458FA}">
          <p14:sldIdLst>
            <p14:sldId id="263"/>
            <p14:sldId id="338"/>
            <p14:sldId id="332"/>
            <p14:sldId id="339"/>
            <p14:sldId id="321"/>
            <p14:sldId id="331"/>
            <p14:sldId id="323"/>
            <p14:sldId id="330"/>
            <p14:sldId id="325"/>
            <p14:sldId id="333"/>
            <p14:sldId id="326"/>
            <p14:sldId id="336"/>
            <p14:sldId id="337"/>
            <p14:sldId id="274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62626"/>
    <a:srgbClr val="FAFAFA"/>
    <a:srgbClr val="F3F1EF"/>
    <a:srgbClr val="45B1CB"/>
    <a:srgbClr val="2D899F"/>
    <a:srgbClr val="1F74AD"/>
    <a:srgbClr val="144D73"/>
    <a:srgbClr val="2C3E50"/>
    <a:srgbClr val="212E3C"/>
    <a:srgbClr val="1E5B6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69012ECD-51FC-41F1-AA8D-1B2483CD663E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584" autoAdjust="0"/>
    <p:restoredTop sz="96081" autoAdjust="0"/>
  </p:normalViewPr>
  <p:slideViewPr>
    <p:cSldViewPr snapToGrid="0" snapToObjects="1" showGuides="1">
      <p:cViewPr>
        <p:scale>
          <a:sx n="75" d="100"/>
          <a:sy n="75" d="100"/>
        </p:scale>
        <p:origin x="1557" y="-99"/>
      </p:cViewPr>
      <p:guideLst/>
    </p:cSldViewPr>
  </p:slideViewPr>
  <p:outlineViewPr>
    <p:cViewPr>
      <p:scale>
        <a:sx n="33" d="100"/>
        <a:sy n="33" d="100"/>
      </p:scale>
      <p:origin x="0" y="-1050"/>
    </p:cViewPr>
  </p:outlin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Grid="0" snapToObjects="1" showGuides="1">
      <p:cViewPr varScale="1">
        <p:scale>
          <a:sx n="78" d="100"/>
          <a:sy n="78" d="100"/>
        </p:scale>
        <p:origin x="3108" y="84"/>
      </p:cViewPr>
      <p:guideLst>
        <p:guide orient="horz" pos="2880"/>
        <p:guide pos="2160"/>
      </p:guideLst>
    </p:cSldViewPr>
  </p:notesViewPr>
  <p:gridSpacing cx="36004" cy="36004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ußzeile"/>
          <p:cNvSpPr>
            <a:spLocks noGrp="1"/>
          </p:cNvSpPr>
          <p:nvPr>
            <p:ph type="ftr" sz="quarter" idx="2"/>
          </p:nvPr>
        </p:nvSpPr>
        <p:spPr bwMode="gray">
          <a:xfrm>
            <a:off x="0" y="8604000"/>
            <a:ext cx="5040000" cy="540000"/>
          </a:xfrm>
          <a:prstGeom prst="rect">
            <a:avLst/>
          </a:prstGeom>
        </p:spPr>
        <p:txBody>
          <a:bodyPr vert="horz" lIns="360000" tIns="0" rIns="0" bIns="180000" rtlCol="0" anchor="b"/>
          <a:lstStyle>
            <a:lvl1pPr algn="l">
              <a:defRPr sz="1200"/>
            </a:lvl1pPr>
          </a:lstStyle>
          <a:p>
            <a:endParaRPr lang="de-DE" dirty="0"/>
          </a:p>
        </p:txBody>
      </p:sp>
      <p:sp>
        <p:nvSpPr>
          <p:cNvPr id="5" name="Foliennummer"/>
          <p:cNvSpPr>
            <a:spLocks noGrp="1"/>
          </p:cNvSpPr>
          <p:nvPr>
            <p:ph type="sldNum" sz="quarter" idx="3"/>
          </p:nvPr>
        </p:nvSpPr>
        <p:spPr bwMode="gray">
          <a:xfrm>
            <a:off x="5418000" y="8604000"/>
            <a:ext cx="1440000" cy="540000"/>
          </a:xfrm>
          <a:prstGeom prst="rect">
            <a:avLst/>
          </a:prstGeom>
        </p:spPr>
        <p:txBody>
          <a:bodyPr vert="horz" lIns="0" tIns="0" rIns="360000" bIns="180000" rtlCol="0" anchor="b"/>
          <a:lstStyle>
            <a:lvl1pPr algn="r">
              <a:defRPr sz="1200"/>
            </a:lvl1pPr>
          </a:lstStyle>
          <a:p>
            <a:fld id="{CD9C266D-9BF6-45DD-93F4-23D3D4380AFF}" type="slidenum">
              <a:rPr lang="de-DE" smtClean="0"/>
              <a:t>‹#›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567939925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lienbild"/>
          <p:cNvSpPr>
            <a:spLocks noGrp="1" noRot="1" noChangeAspect="1"/>
          </p:cNvSpPr>
          <p:nvPr>
            <p:ph type="sldImg" idx="2"/>
          </p:nvPr>
        </p:nvSpPr>
        <p:spPr bwMode="gray">
          <a:xfrm>
            <a:off x="1125538" y="431800"/>
            <a:ext cx="4606925" cy="3454400"/>
          </a:xfrm>
          <a:prstGeom prst="rect">
            <a:avLst/>
          </a:prstGeom>
          <a:noFill/>
          <a:ln w="12700">
            <a:solidFill>
              <a:prstClr val="black"/>
            </a:solidFill>
            <a:miter lim="800000"/>
          </a:ln>
        </p:spPr>
        <p:txBody>
          <a:bodyPr vert="horz" lIns="0" tIns="0" rIns="0" bIns="0" rtlCol="0" anchor="ctr"/>
          <a:lstStyle/>
          <a:p>
            <a:endParaRPr lang="de-DE" noProof="0" dirty="0"/>
          </a:p>
        </p:txBody>
      </p:sp>
      <p:sp>
        <p:nvSpPr>
          <p:cNvPr id="5" name="Notizen"/>
          <p:cNvSpPr>
            <a:spLocks noGrp="1"/>
          </p:cNvSpPr>
          <p:nvPr>
            <p:ph type="body" sz="quarter" idx="3"/>
          </p:nvPr>
        </p:nvSpPr>
        <p:spPr bwMode="gray">
          <a:xfrm>
            <a:off x="359999" y="4248000"/>
            <a:ext cx="6138000" cy="4068000"/>
          </a:xfrm>
          <a:prstGeom prst="rect">
            <a:avLst/>
          </a:prstGeom>
        </p:spPr>
        <p:txBody>
          <a:bodyPr vert="horz" lIns="0" tIns="0" rIns="0" bIns="0" rtlCol="0"/>
          <a:lstStyle/>
          <a:p>
            <a:pPr lvl="0"/>
            <a:r>
              <a:rPr lang="de-DE" noProof="0" dirty="0"/>
              <a:t>Textmasterformat bearbeiten</a:t>
            </a:r>
          </a:p>
          <a:p>
            <a:pPr lvl="1"/>
            <a:r>
              <a:rPr lang="de-DE" noProof="0" dirty="0"/>
              <a:t>Zweite Ebene</a:t>
            </a:r>
          </a:p>
          <a:p>
            <a:pPr lvl="2"/>
            <a:r>
              <a:rPr lang="de-DE" noProof="0" dirty="0"/>
              <a:t>Dritte Ebene</a:t>
            </a:r>
          </a:p>
          <a:p>
            <a:pPr lvl="3"/>
            <a:r>
              <a:rPr lang="de-DE" noProof="0" dirty="0"/>
              <a:t>Vierte Ebene</a:t>
            </a:r>
          </a:p>
          <a:p>
            <a:pPr lvl="4"/>
            <a:r>
              <a:rPr lang="de-DE" noProof="0" dirty="0"/>
              <a:t>Fünfte Ebene</a:t>
            </a:r>
          </a:p>
        </p:txBody>
      </p:sp>
      <p:sp>
        <p:nvSpPr>
          <p:cNvPr id="6" name="Fußzeile"/>
          <p:cNvSpPr>
            <a:spLocks noGrp="1"/>
          </p:cNvSpPr>
          <p:nvPr>
            <p:ph type="ftr" sz="quarter" idx="4"/>
          </p:nvPr>
        </p:nvSpPr>
        <p:spPr bwMode="gray">
          <a:xfrm>
            <a:off x="0" y="8604000"/>
            <a:ext cx="5040000" cy="540000"/>
          </a:xfrm>
          <a:prstGeom prst="rect">
            <a:avLst/>
          </a:prstGeom>
        </p:spPr>
        <p:txBody>
          <a:bodyPr vert="horz" lIns="360000" tIns="0" rIns="0" bIns="180000" rtlCol="0" anchor="b"/>
          <a:lstStyle>
            <a:lvl1pPr algn="l">
              <a:defRPr sz="1200"/>
            </a:lvl1pPr>
          </a:lstStyle>
          <a:p>
            <a:endParaRPr lang="de-DE" noProof="0" dirty="0"/>
          </a:p>
        </p:txBody>
      </p:sp>
      <p:sp>
        <p:nvSpPr>
          <p:cNvPr id="7" name="Foliennummer"/>
          <p:cNvSpPr>
            <a:spLocks noGrp="1"/>
          </p:cNvSpPr>
          <p:nvPr>
            <p:ph type="sldNum" sz="quarter" idx="5"/>
          </p:nvPr>
        </p:nvSpPr>
        <p:spPr bwMode="gray">
          <a:xfrm>
            <a:off x="5418000" y="8604000"/>
            <a:ext cx="1440000" cy="540000"/>
          </a:xfrm>
          <a:prstGeom prst="rect">
            <a:avLst/>
          </a:prstGeom>
        </p:spPr>
        <p:txBody>
          <a:bodyPr vert="horz" lIns="0" tIns="0" rIns="360000" bIns="180000" rtlCol="0" anchor="b"/>
          <a:lstStyle>
            <a:lvl1pPr algn="r">
              <a:defRPr sz="1200"/>
            </a:lvl1pPr>
          </a:lstStyle>
          <a:p>
            <a:fld id="{92DA5471-CC57-402A-9527-36A1D012F698}" type="slidenum">
              <a:rPr lang="de-DE" noProof="0" smtClean="0"/>
              <a:t>‹#›</a:t>
            </a:fld>
            <a:endParaRPr lang="de-DE" noProof="0" dirty="0"/>
          </a:p>
        </p:txBody>
      </p:sp>
    </p:spTree>
    <p:extLst>
      <p:ext uri="{BB962C8B-B14F-4D97-AF65-F5344CB8AC3E}">
        <p14:creationId xmlns:p14="http://schemas.microsoft.com/office/powerpoint/2010/main" val="128653505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 Titel ohne Bild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>
            <a:extLst>
              <a:ext uri="{FF2B5EF4-FFF2-40B4-BE49-F238E27FC236}">
                <a16:creationId xmlns:a16="http://schemas.microsoft.com/office/drawing/2014/main" id="{A4C192B0-715F-8C48-E81F-8C60D8AB064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405000" y="1287553"/>
            <a:ext cx="8334000" cy="540000"/>
          </a:xfrm>
        </p:spPr>
        <p:txBody>
          <a:bodyPr/>
          <a:lstStyle>
            <a:lvl1pPr>
              <a:defRPr sz="3200" cap="all" spc="300" baseline="0"/>
            </a:lvl1pPr>
          </a:lstStyle>
          <a:p>
            <a:r>
              <a:rPr lang="de-DE" noProof="0" dirty="0"/>
              <a:t>Titel Ihrer Präsentation</a:t>
            </a:r>
          </a:p>
        </p:txBody>
      </p:sp>
      <p:sp>
        <p:nvSpPr>
          <p:cNvPr id="11" name="Freeform: Shape 8">
            <a:extLst>
              <a:ext uri="{FF2B5EF4-FFF2-40B4-BE49-F238E27FC236}">
                <a16:creationId xmlns:a16="http://schemas.microsoft.com/office/drawing/2014/main" id="{92D53527-3E46-4934-8A1A-A727D15859E9}"/>
              </a:ext>
            </a:extLst>
          </p:cNvPr>
          <p:cNvSpPr/>
          <p:nvPr userDrawn="1"/>
        </p:nvSpPr>
        <p:spPr bwMode="gray">
          <a:xfrm>
            <a:off x="0" y="4108361"/>
            <a:ext cx="9144000" cy="1067241"/>
          </a:xfrm>
          <a:custGeom>
            <a:avLst/>
            <a:gdLst>
              <a:gd name="connsiteX0" fmla="*/ 0 w 12192000"/>
              <a:gd name="connsiteY0" fmla="*/ 0 h 3429000"/>
              <a:gd name="connsiteX1" fmla="*/ 12192000 w 12192000"/>
              <a:gd name="connsiteY1" fmla="*/ 0 h 3429000"/>
              <a:gd name="connsiteX2" fmla="*/ 12192000 w 12192000"/>
              <a:gd name="connsiteY2" fmla="*/ 3429000 h 3429000"/>
              <a:gd name="connsiteX3" fmla="*/ 0 w 12192000"/>
              <a:gd name="connsiteY3" fmla="*/ 3429000 h 3429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3429000">
                <a:moveTo>
                  <a:pt x="0" y="0"/>
                </a:moveTo>
                <a:lnTo>
                  <a:pt x="12192000" y="0"/>
                </a:lnTo>
                <a:lnTo>
                  <a:pt x="12192000" y="3429000"/>
                </a:lnTo>
                <a:lnTo>
                  <a:pt x="0" y="34290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350" dirty="0">
              <a:solidFill>
                <a:schemeClr val="accent2"/>
              </a:solidFill>
            </a:endParaRPr>
          </a:p>
        </p:txBody>
      </p:sp>
      <p:cxnSp>
        <p:nvCxnSpPr>
          <p:cNvPr id="12" name="Straight Connector 8">
            <a:extLst>
              <a:ext uri="{FF2B5EF4-FFF2-40B4-BE49-F238E27FC236}">
                <a16:creationId xmlns:a16="http://schemas.microsoft.com/office/drawing/2014/main" id="{DD53894C-B9EA-D4A9-E715-09AFE608F831}"/>
              </a:ext>
            </a:extLst>
          </p:cNvPr>
          <p:cNvCxnSpPr>
            <a:cxnSpLocks/>
          </p:cNvCxnSpPr>
          <p:nvPr userDrawn="1"/>
        </p:nvCxnSpPr>
        <p:spPr bwMode="gray">
          <a:xfrm>
            <a:off x="405000" y="2410487"/>
            <a:ext cx="424878" cy="0"/>
          </a:xfrm>
          <a:prstGeom prst="line">
            <a:avLst/>
          </a:prstGeom>
          <a:ln w="38100" cap="rnd" cmpd="sng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Subtitle">
            <a:extLst>
              <a:ext uri="{FF2B5EF4-FFF2-40B4-BE49-F238E27FC236}">
                <a16:creationId xmlns:a16="http://schemas.microsoft.com/office/drawing/2014/main" id="{3ED46DDB-747F-6754-93A4-B23B4E6422E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405000" y="1842110"/>
            <a:ext cx="8334000" cy="360000"/>
          </a:xfrm>
        </p:spPr>
        <p:txBody>
          <a:bodyPr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240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de-DE" noProof="0" dirty="0"/>
              <a:t>Zweite Überschrift</a:t>
            </a:r>
          </a:p>
        </p:txBody>
      </p: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A46503FB-A4BF-4177-CEAC-CC638F1E0BA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 bwMode="gray">
          <a:xfrm>
            <a:off x="405398" y="2634761"/>
            <a:ext cx="8333204" cy="216000"/>
          </a:xfrm>
        </p:spPr>
        <p:txBody>
          <a:bodyPr/>
          <a:lstStyle>
            <a:lvl1pPr marL="0" indent="0">
              <a:lnSpc>
                <a:spcPct val="90000"/>
              </a:lnSpc>
              <a:buNone/>
              <a:defRPr/>
            </a:lvl1pPr>
          </a:lstStyle>
          <a:p>
            <a:pPr lvl="0"/>
            <a:r>
              <a:rPr lang="de-DE" dirty="0"/>
              <a:t>Optionaler Text</a:t>
            </a:r>
          </a:p>
        </p:txBody>
      </p:sp>
      <p:sp>
        <p:nvSpPr>
          <p:cNvPr id="2" name="Textplatzhalter 5">
            <a:extLst>
              <a:ext uri="{FF2B5EF4-FFF2-40B4-BE49-F238E27FC236}">
                <a16:creationId xmlns:a16="http://schemas.microsoft.com/office/drawing/2014/main" id="{CF55D6DB-9E2D-68EE-92BB-2F8F475AF1A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 bwMode="gray">
          <a:xfrm>
            <a:off x="405398" y="2900799"/>
            <a:ext cx="8333204" cy="216000"/>
          </a:xfrm>
        </p:spPr>
        <p:txBody>
          <a:bodyPr/>
          <a:lstStyle>
            <a:lvl1pPr marL="0" indent="0">
              <a:lnSpc>
                <a:spcPct val="90000"/>
              </a:lnSpc>
              <a:buNone/>
              <a:defRPr/>
            </a:lvl1pPr>
          </a:lstStyle>
          <a:p>
            <a:pPr lvl="0"/>
            <a:r>
              <a:rPr lang="de-DE" dirty="0"/>
              <a:t>Optionaler Text</a:t>
            </a:r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25115AC9-C40D-2138-691D-38A5F71D396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369" r="-343"/>
          <a:stretch/>
        </p:blipFill>
        <p:spPr bwMode="gray">
          <a:xfrm>
            <a:off x="6849872" y="431999"/>
            <a:ext cx="1912720" cy="3069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24088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 Titel mit Bild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Bildplatzhalter 18">
            <a:extLst>
              <a:ext uri="{FF2B5EF4-FFF2-40B4-BE49-F238E27FC236}">
                <a16:creationId xmlns:a16="http://schemas.microsoft.com/office/drawing/2014/main" id="{4B31FCDB-6D8B-D1BE-F764-A8408040FD70}"/>
              </a:ext>
            </a:extLst>
          </p:cNvPr>
          <p:cNvSpPr>
            <a:spLocks noGrp="1" noChangeAspect="1"/>
          </p:cNvSpPr>
          <p:nvPr>
            <p:ph type="pic" sz="quarter" idx="10"/>
          </p:nvPr>
        </p:nvSpPr>
        <p:spPr bwMode="gray">
          <a:xfrm>
            <a:off x="0" y="1"/>
            <a:ext cx="9144000" cy="4120164"/>
          </a:xfrm>
          <a:custGeom>
            <a:avLst/>
            <a:gdLst>
              <a:gd name="connsiteX0" fmla="*/ 0 w 11520000"/>
              <a:gd name="connsiteY0" fmla="*/ 0 h 4298400"/>
              <a:gd name="connsiteX1" fmla="*/ 11520000 w 11520000"/>
              <a:gd name="connsiteY1" fmla="*/ 0 h 4298400"/>
              <a:gd name="connsiteX2" fmla="*/ 11520000 w 11520000"/>
              <a:gd name="connsiteY2" fmla="*/ 4298400 h 4298400"/>
              <a:gd name="connsiteX3" fmla="*/ 0 w 11520000"/>
              <a:gd name="connsiteY3" fmla="*/ 4298400 h 4298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520000" h="4298400">
                <a:moveTo>
                  <a:pt x="0" y="0"/>
                </a:moveTo>
                <a:lnTo>
                  <a:pt x="11520000" y="0"/>
                </a:lnTo>
                <a:lnTo>
                  <a:pt x="11520000" y="4298400"/>
                </a:lnTo>
                <a:lnTo>
                  <a:pt x="0" y="4298400"/>
                </a:lnTo>
                <a:close/>
              </a:path>
            </a:pathLst>
          </a:custGeom>
          <a:solidFill>
            <a:schemeClr val="accent2">
              <a:lumMod val="20000"/>
              <a:lumOff val="80000"/>
            </a:schemeClr>
          </a:solidFill>
        </p:spPr>
        <p:txBody>
          <a:bodyPr wrap="square">
            <a:noAutofit/>
          </a:bodyPr>
          <a:lstStyle>
            <a:lvl1pPr marL="0" indent="0" algn="ctr">
              <a:buNone/>
              <a:defRPr sz="750" b="1"/>
            </a:lvl1pPr>
          </a:lstStyle>
          <a:p>
            <a:endParaRPr lang="de-DE" dirty="0"/>
          </a:p>
          <a:p>
            <a:r>
              <a:rPr lang="de-DE" dirty="0"/>
              <a:t>Bildplatzhalter:</a:t>
            </a:r>
            <a:br>
              <a:rPr lang="de-DE" dirty="0"/>
            </a:br>
            <a:r>
              <a:rPr lang="de-DE" dirty="0"/>
              <a:t>Bild durch Klicken auf Symbol hinzufügen</a:t>
            </a:r>
          </a:p>
        </p:txBody>
      </p:sp>
      <p:sp>
        <p:nvSpPr>
          <p:cNvPr id="11" name="Freeform: Shape 8">
            <a:extLst>
              <a:ext uri="{FF2B5EF4-FFF2-40B4-BE49-F238E27FC236}">
                <a16:creationId xmlns:a16="http://schemas.microsoft.com/office/drawing/2014/main" id="{92D53527-3E46-4934-8A1A-A727D15859E9}"/>
              </a:ext>
            </a:extLst>
          </p:cNvPr>
          <p:cNvSpPr/>
          <p:nvPr userDrawn="1"/>
        </p:nvSpPr>
        <p:spPr bwMode="gray">
          <a:xfrm>
            <a:off x="0" y="4108360"/>
            <a:ext cx="9144000" cy="2749640"/>
          </a:xfrm>
          <a:custGeom>
            <a:avLst/>
            <a:gdLst>
              <a:gd name="connsiteX0" fmla="*/ 0 w 12192000"/>
              <a:gd name="connsiteY0" fmla="*/ 0 h 3429000"/>
              <a:gd name="connsiteX1" fmla="*/ 12192000 w 12192000"/>
              <a:gd name="connsiteY1" fmla="*/ 0 h 3429000"/>
              <a:gd name="connsiteX2" fmla="*/ 12192000 w 12192000"/>
              <a:gd name="connsiteY2" fmla="*/ 3429000 h 3429000"/>
              <a:gd name="connsiteX3" fmla="*/ 0 w 12192000"/>
              <a:gd name="connsiteY3" fmla="*/ 3429000 h 3429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3429000">
                <a:moveTo>
                  <a:pt x="0" y="0"/>
                </a:moveTo>
                <a:lnTo>
                  <a:pt x="12192000" y="0"/>
                </a:lnTo>
                <a:lnTo>
                  <a:pt x="12192000" y="3429000"/>
                </a:lnTo>
                <a:lnTo>
                  <a:pt x="0" y="34290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350" dirty="0">
              <a:solidFill>
                <a:schemeClr val="accent2"/>
              </a:solidFill>
            </a:endParaRPr>
          </a:p>
        </p:txBody>
      </p:sp>
      <p:sp>
        <p:nvSpPr>
          <p:cNvPr id="5" name="Titel 2">
            <a:extLst>
              <a:ext uri="{FF2B5EF4-FFF2-40B4-BE49-F238E27FC236}">
                <a16:creationId xmlns:a16="http://schemas.microsoft.com/office/drawing/2014/main" id="{5322EA7D-800B-36BF-687E-C8293EADAE3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405000" y="4527588"/>
            <a:ext cx="8334000" cy="540000"/>
          </a:xfrm>
        </p:spPr>
        <p:txBody>
          <a:bodyPr/>
          <a:lstStyle>
            <a:lvl1pPr>
              <a:defRPr sz="3200" cap="all" spc="300" baseline="0">
                <a:solidFill>
                  <a:schemeClr val="bg1"/>
                </a:solidFill>
              </a:defRPr>
            </a:lvl1pPr>
          </a:lstStyle>
          <a:p>
            <a:r>
              <a:rPr lang="de-DE" noProof="0" dirty="0"/>
              <a:t>Titel Ihrer Präsentation</a:t>
            </a:r>
          </a:p>
        </p:txBody>
      </p:sp>
      <p:cxnSp>
        <p:nvCxnSpPr>
          <p:cNvPr id="6" name="Straight Connector 8">
            <a:extLst>
              <a:ext uri="{FF2B5EF4-FFF2-40B4-BE49-F238E27FC236}">
                <a16:creationId xmlns:a16="http://schemas.microsoft.com/office/drawing/2014/main" id="{0BABB708-F513-5202-E092-3C6628376B22}"/>
              </a:ext>
            </a:extLst>
          </p:cNvPr>
          <p:cNvCxnSpPr>
            <a:cxnSpLocks/>
          </p:cNvCxnSpPr>
          <p:nvPr userDrawn="1"/>
        </p:nvCxnSpPr>
        <p:spPr bwMode="gray">
          <a:xfrm>
            <a:off x="405000" y="5650522"/>
            <a:ext cx="424878" cy="0"/>
          </a:xfrm>
          <a:prstGeom prst="line">
            <a:avLst/>
          </a:prstGeom>
          <a:ln w="38100" cap="rnd" cmpd="sng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Subtitle">
            <a:extLst>
              <a:ext uri="{FF2B5EF4-FFF2-40B4-BE49-F238E27FC236}">
                <a16:creationId xmlns:a16="http://schemas.microsoft.com/office/drawing/2014/main" id="{362BF01A-CFEB-6B22-A676-8F3EBA6A6A6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405000" y="5082145"/>
            <a:ext cx="8334000" cy="360000"/>
          </a:xfrm>
        </p:spPr>
        <p:txBody>
          <a:bodyPr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240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de-DE" noProof="0" dirty="0"/>
              <a:t>Zweite Überschrift</a:t>
            </a:r>
          </a:p>
        </p:txBody>
      </p:sp>
      <p:sp>
        <p:nvSpPr>
          <p:cNvPr id="13" name="Textplatzhalter 13">
            <a:extLst>
              <a:ext uri="{FF2B5EF4-FFF2-40B4-BE49-F238E27FC236}">
                <a16:creationId xmlns:a16="http://schemas.microsoft.com/office/drawing/2014/main" id="{1C280C65-D615-00F6-CC12-622297AB3569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 bwMode="gray">
          <a:xfrm>
            <a:off x="0" y="3759982"/>
            <a:ext cx="9144000" cy="359192"/>
          </a:xfrm>
          <a:prstGeom prst="rect">
            <a:avLst/>
          </a:prstGeom>
          <a:solidFill>
            <a:schemeClr val="accent6">
              <a:alpha val="75000"/>
            </a:schemeClr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de-DE" dirty="0"/>
              <a:t> </a:t>
            </a:r>
          </a:p>
        </p:txBody>
      </p:sp>
      <p:sp>
        <p:nvSpPr>
          <p:cNvPr id="2" name="Textplatzhalter 5">
            <a:extLst>
              <a:ext uri="{FF2B5EF4-FFF2-40B4-BE49-F238E27FC236}">
                <a16:creationId xmlns:a16="http://schemas.microsoft.com/office/drawing/2014/main" id="{E70F9551-02CD-8F88-E645-DFA4AFA73DD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 bwMode="gray">
          <a:xfrm>
            <a:off x="405398" y="5844312"/>
            <a:ext cx="8333204" cy="216000"/>
          </a:xfrm>
        </p:spPr>
        <p:txBody>
          <a:bodyPr/>
          <a:lstStyle>
            <a:lvl1pPr marL="0" indent="0">
              <a:lnSpc>
                <a:spcPct val="90000"/>
              </a:lnSpc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de-DE" dirty="0"/>
              <a:t>Optionaler Text</a:t>
            </a:r>
          </a:p>
        </p:txBody>
      </p:sp>
      <p:sp>
        <p:nvSpPr>
          <p:cNvPr id="3" name="Textplatzhalter 5">
            <a:extLst>
              <a:ext uri="{FF2B5EF4-FFF2-40B4-BE49-F238E27FC236}">
                <a16:creationId xmlns:a16="http://schemas.microsoft.com/office/drawing/2014/main" id="{129282AE-A7FA-8FCD-A391-7691FBED1C4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 bwMode="gray">
          <a:xfrm>
            <a:off x="405398" y="6110350"/>
            <a:ext cx="8333204" cy="216000"/>
          </a:xfrm>
        </p:spPr>
        <p:txBody>
          <a:bodyPr/>
          <a:lstStyle>
            <a:lvl1pPr marL="0" indent="0">
              <a:lnSpc>
                <a:spcPct val="90000"/>
              </a:lnSpc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de-DE" dirty="0"/>
              <a:t>Optionaler Text</a:t>
            </a:r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6CB14AC5-F51A-FA4E-1063-F3E08CDEBAC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lum bright="100000"/>
            <a:alphaModFix amt="2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696" r="59247" b="16768"/>
          <a:stretch/>
        </p:blipFill>
        <p:spPr bwMode="gray">
          <a:xfrm>
            <a:off x="4572000" y="5374206"/>
            <a:ext cx="4572000" cy="1483796"/>
          </a:xfrm>
          <a:custGeom>
            <a:avLst/>
            <a:gdLst>
              <a:gd name="connsiteX0" fmla="*/ 0 w 5620353"/>
              <a:gd name="connsiteY0" fmla="*/ 0 h 1729277"/>
              <a:gd name="connsiteX1" fmla="*/ 5620353 w 5620353"/>
              <a:gd name="connsiteY1" fmla="*/ 0 h 1729277"/>
              <a:gd name="connsiteX2" fmla="*/ 5620353 w 5620353"/>
              <a:gd name="connsiteY2" fmla="*/ 1729277 h 1729277"/>
              <a:gd name="connsiteX3" fmla="*/ 0 w 5620353"/>
              <a:gd name="connsiteY3" fmla="*/ 1729277 h 17292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20353" h="1729277">
                <a:moveTo>
                  <a:pt x="0" y="0"/>
                </a:moveTo>
                <a:lnTo>
                  <a:pt x="5620353" y="0"/>
                </a:lnTo>
                <a:lnTo>
                  <a:pt x="5620353" y="1729277"/>
                </a:lnTo>
                <a:lnTo>
                  <a:pt x="0" y="1729277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17777944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 Titel ohne Bild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>
            <a:extLst>
              <a:ext uri="{FF2B5EF4-FFF2-40B4-BE49-F238E27FC236}">
                <a16:creationId xmlns:a16="http://schemas.microsoft.com/office/drawing/2014/main" id="{A4C192B0-715F-8C48-E81F-8C60D8AB064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405000" y="1287553"/>
            <a:ext cx="8334000" cy="540000"/>
          </a:xfrm>
        </p:spPr>
        <p:txBody>
          <a:bodyPr/>
          <a:lstStyle>
            <a:lvl1pPr>
              <a:defRPr sz="3200" cap="all" spc="300" baseline="0"/>
            </a:lvl1pPr>
          </a:lstStyle>
          <a:p>
            <a:r>
              <a:rPr lang="de-DE" noProof="0" dirty="0"/>
              <a:t>Titel Ihrer Präsentation</a:t>
            </a:r>
          </a:p>
        </p:txBody>
      </p:sp>
      <p:sp>
        <p:nvSpPr>
          <p:cNvPr id="11" name="Freeform: Shape 8">
            <a:extLst>
              <a:ext uri="{FF2B5EF4-FFF2-40B4-BE49-F238E27FC236}">
                <a16:creationId xmlns:a16="http://schemas.microsoft.com/office/drawing/2014/main" id="{92D53527-3E46-4934-8A1A-A727D15859E9}"/>
              </a:ext>
            </a:extLst>
          </p:cNvPr>
          <p:cNvSpPr/>
          <p:nvPr userDrawn="1"/>
        </p:nvSpPr>
        <p:spPr bwMode="gray">
          <a:xfrm>
            <a:off x="0" y="4108360"/>
            <a:ext cx="9144000" cy="2749640"/>
          </a:xfrm>
          <a:custGeom>
            <a:avLst/>
            <a:gdLst>
              <a:gd name="connsiteX0" fmla="*/ 0 w 12192000"/>
              <a:gd name="connsiteY0" fmla="*/ 0 h 3429000"/>
              <a:gd name="connsiteX1" fmla="*/ 12192000 w 12192000"/>
              <a:gd name="connsiteY1" fmla="*/ 0 h 3429000"/>
              <a:gd name="connsiteX2" fmla="*/ 12192000 w 12192000"/>
              <a:gd name="connsiteY2" fmla="*/ 3429000 h 3429000"/>
              <a:gd name="connsiteX3" fmla="*/ 0 w 12192000"/>
              <a:gd name="connsiteY3" fmla="*/ 3429000 h 3429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3429000">
                <a:moveTo>
                  <a:pt x="0" y="0"/>
                </a:moveTo>
                <a:lnTo>
                  <a:pt x="12192000" y="0"/>
                </a:lnTo>
                <a:lnTo>
                  <a:pt x="12192000" y="3429000"/>
                </a:lnTo>
                <a:lnTo>
                  <a:pt x="0" y="34290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350" dirty="0">
              <a:solidFill>
                <a:schemeClr val="accent2"/>
              </a:solidFill>
            </a:endParaRPr>
          </a:p>
        </p:txBody>
      </p:sp>
      <p:cxnSp>
        <p:nvCxnSpPr>
          <p:cNvPr id="12" name="Straight Connector 8">
            <a:extLst>
              <a:ext uri="{FF2B5EF4-FFF2-40B4-BE49-F238E27FC236}">
                <a16:creationId xmlns:a16="http://schemas.microsoft.com/office/drawing/2014/main" id="{DD53894C-B9EA-D4A9-E715-09AFE608F831}"/>
              </a:ext>
            </a:extLst>
          </p:cNvPr>
          <p:cNvCxnSpPr>
            <a:cxnSpLocks/>
          </p:cNvCxnSpPr>
          <p:nvPr userDrawn="1"/>
        </p:nvCxnSpPr>
        <p:spPr bwMode="gray">
          <a:xfrm>
            <a:off x="405000" y="2410487"/>
            <a:ext cx="424878" cy="0"/>
          </a:xfrm>
          <a:prstGeom prst="line">
            <a:avLst/>
          </a:prstGeom>
          <a:ln w="38100" cap="rnd" cmpd="sng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Subtitle">
            <a:extLst>
              <a:ext uri="{FF2B5EF4-FFF2-40B4-BE49-F238E27FC236}">
                <a16:creationId xmlns:a16="http://schemas.microsoft.com/office/drawing/2014/main" id="{3ED46DDB-747F-6754-93A4-B23B4E6422E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405000" y="1842110"/>
            <a:ext cx="8334000" cy="360000"/>
          </a:xfrm>
        </p:spPr>
        <p:txBody>
          <a:bodyPr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240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de-DE" noProof="0" dirty="0"/>
              <a:t>Zweite Überschrift</a:t>
            </a:r>
          </a:p>
        </p:txBody>
      </p:sp>
      <p:sp>
        <p:nvSpPr>
          <p:cNvPr id="2" name="Textplatzhalter 5">
            <a:extLst>
              <a:ext uri="{FF2B5EF4-FFF2-40B4-BE49-F238E27FC236}">
                <a16:creationId xmlns:a16="http://schemas.microsoft.com/office/drawing/2014/main" id="{99EAD2F7-48CE-EF0C-77D7-11F780E90B2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 bwMode="gray">
          <a:xfrm>
            <a:off x="405398" y="2634761"/>
            <a:ext cx="8333204" cy="216000"/>
          </a:xfrm>
        </p:spPr>
        <p:txBody>
          <a:bodyPr/>
          <a:lstStyle>
            <a:lvl1pPr marL="0" indent="0">
              <a:lnSpc>
                <a:spcPct val="90000"/>
              </a:lnSpc>
              <a:buNone/>
              <a:defRPr/>
            </a:lvl1pPr>
          </a:lstStyle>
          <a:p>
            <a:pPr lvl="0"/>
            <a:r>
              <a:rPr lang="de-DE" dirty="0"/>
              <a:t>Optionaler Text</a:t>
            </a:r>
          </a:p>
        </p:txBody>
      </p:sp>
      <p:sp>
        <p:nvSpPr>
          <p:cNvPr id="7" name="Textplatzhalter 5">
            <a:extLst>
              <a:ext uri="{FF2B5EF4-FFF2-40B4-BE49-F238E27FC236}">
                <a16:creationId xmlns:a16="http://schemas.microsoft.com/office/drawing/2014/main" id="{BAF4922D-1266-EA3A-9E13-B3263D6904D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 bwMode="gray">
          <a:xfrm>
            <a:off x="405398" y="2900799"/>
            <a:ext cx="8333204" cy="216000"/>
          </a:xfrm>
        </p:spPr>
        <p:txBody>
          <a:bodyPr/>
          <a:lstStyle>
            <a:lvl1pPr marL="0" indent="0">
              <a:lnSpc>
                <a:spcPct val="90000"/>
              </a:lnSpc>
              <a:buNone/>
              <a:defRPr/>
            </a:lvl1pPr>
          </a:lstStyle>
          <a:p>
            <a:pPr lvl="0"/>
            <a:r>
              <a:rPr lang="de-DE" dirty="0"/>
              <a:t>Optionaler Text</a:t>
            </a:r>
          </a:p>
        </p:txBody>
      </p:sp>
      <p:sp>
        <p:nvSpPr>
          <p:cNvPr id="18" name="Freihandform: Form 17">
            <a:extLst>
              <a:ext uri="{FF2B5EF4-FFF2-40B4-BE49-F238E27FC236}">
                <a16:creationId xmlns:a16="http://schemas.microsoft.com/office/drawing/2014/main" id="{A47DB80E-CCA3-BA7F-603F-2E874C2E1A14}"/>
              </a:ext>
            </a:extLst>
          </p:cNvPr>
          <p:cNvSpPr/>
          <p:nvPr userDrawn="1"/>
        </p:nvSpPr>
        <p:spPr bwMode="gray">
          <a:xfrm>
            <a:off x="-1" y="3760973"/>
            <a:ext cx="9144000" cy="359192"/>
          </a:xfrm>
          <a:custGeom>
            <a:avLst/>
            <a:gdLst>
              <a:gd name="connsiteX0" fmla="*/ 0 w 12192000"/>
              <a:gd name="connsiteY0" fmla="*/ 0 h 359192"/>
              <a:gd name="connsiteX1" fmla="*/ 12192000 w 12192000"/>
              <a:gd name="connsiteY1" fmla="*/ 0 h 359192"/>
              <a:gd name="connsiteX2" fmla="*/ 12192000 w 12192000"/>
              <a:gd name="connsiteY2" fmla="*/ 359192 h 359192"/>
              <a:gd name="connsiteX3" fmla="*/ 0 w 12192000"/>
              <a:gd name="connsiteY3" fmla="*/ 359192 h 3591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359192">
                <a:moveTo>
                  <a:pt x="0" y="0"/>
                </a:moveTo>
                <a:lnTo>
                  <a:pt x="12192000" y="0"/>
                </a:lnTo>
                <a:lnTo>
                  <a:pt x="12192000" y="359192"/>
                </a:lnTo>
                <a:lnTo>
                  <a:pt x="0" y="359192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7000" tIns="27000" rIns="27000" bIns="27000" rtlCol="0" anchor="ctr">
            <a:noAutofit/>
          </a:bodyPr>
          <a:lstStyle/>
          <a:p>
            <a:pPr algn="ctr">
              <a:lnSpc>
                <a:spcPct val="90000"/>
              </a:lnSpc>
              <a:spcAft>
                <a:spcPts val="750"/>
              </a:spcAft>
            </a:pPr>
            <a:endParaRPr lang="de-DE" sz="1350" dirty="0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74C8C82F-36BA-8D19-FCA2-AFD87100E00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lum bright="100000"/>
            <a:alphaModFix amt="2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696" r="59247" b="16768"/>
          <a:stretch/>
        </p:blipFill>
        <p:spPr bwMode="gray">
          <a:xfrm>
            <a:off x="3815603" y="5128725"/>
            <a:ext cx="5328397" cy="1729277"/>
          </a:xfrm>
          <a:custGeom>
            <a:avLst/>
            <a:gdLst>
              <a:gd name="connsiteX0" fmla="*/ 0 w 5620353"/>
              <a:gd name="connsiteY0" fmla="*/ 0 h 1729277"/>
              <a:gd name="connsiteX1" fmla="*/ 5620353 w 5620353"/>
              <a:gd name="connsiteY1" fmla="*/ 0 h 1729277"/>
              <a:gd name="connsiteX2" fmla="*/ 5620353 w 5620353"/>
              <a:gd name="connsiteY2" fmla="*/ 1729277 h 1729277"/>
              <a:gd name="connsiteX3" fmla="*/ 0 w 5620353"/>
              <a:gd name="connsiteY3" fmla="*/ 1729277 h 17292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20353" h="1729277">
                <a:moveTo>
                  <a:pt x="0" y="0"/>
                </a:moveTo>
                <a:lnTo>
                  <a:pt x="5620353" y="0"/>
                </a:lnTo>
                <a:lnTo>
                  <a:pt x="5620353" y="1729277"/>
                </a:lnTo>
                <a:lnTo>
                  <a:pt x="0" y="1729277"/>
                </a:lnTo>
                <a:close/>
              </a:path>
            </a:pathLst>
          </a:custGeom>
        </p:spPr>
      </p:pic>
      <p:pic>
        <p:nvPicPr>
          <p:cNvPr id="6" name="Grafik 5">
            <a:extLst>
              <a:ext uri="{FF2B5EF4-FFF2-40B4-BE49-F238E27FC236}">
                <a16:creationId xmlns:a16="http://schemas.microsoft.com/office/drawing/2014/main" id="{BFF3D4BB-7EE1-714F-CD75-986EB5BC022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369" r="-343"/>
          <a:stretch/>
        </p:blipFill>
        <p:spPr bwMode="gray">
          <a:xfrm>
            <a:off x="6849872" y="431999"/>
            <a:ext cx="1912720" cy="3069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04983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6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ubtitle"/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405000" y="802293"/>
            <a:ext cx="8334000" cy="360000"/>
          </a:xfrm>
        </p:spPr>
        <p:txBody>
          <a:bodyPr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240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de-DE" noProof="0" dirty="0"/>
              <a:t>Zweite Überschrift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8C3BF974-AC03-E162-E1D5-581054EA35BC}"/>
              </a:ext>
            </a:extLst>
          </p:cNvPr>
          <p:cNvSpPr>
            <a:spLocks noGrp="1"/>
          </p:cNvSpPr>
          <p:nvPr>
            <p:ph type="dt" sz="half" idx="14"/>
          </p:nvPr>
        </p:nvSpPr>
        <p:spPr bwMode="gray"/>
        <p:txBody>
          <a:bodyPr/>
          <a:lstStyle/>
          <a:p>
            <a:fld id="{17861A4D-26DF-4B4D-A8C0-9967DC465046}" type="datetime4">
              <a:rPr lang="de-DE" noProof="0" smtClean="0"/>
              <a:t>11. Juli 2024</a:t>
            </a:fld>
            <a:endParaRPr lang="de-DE" noProof="0" dirty="0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58BC0F46-FB52-7EFF-517A-5E1C1A14F9E1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 bwMode="gray"/>
        <p:txBody>
          <a:bodyPr/>
          <a:lstStyle/>
          <a:p>
            <a:r>
              <a:rPr lang="de-DE" dirty="0"/>
              <a:t>MUC Modularbeit | Maria Lyoteva | Tsvetan Stanchev</a:t>
            </a:r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24F47F88-CFA0-1C8E-AB4E-16E0190FB64B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 bwMode="gray"/>
        <p:txBody>
          <a:bodyPr/>
          <a:lstStyle/>
          <a:p>
            <a:fld id="{02CEFE82-39F2-4F47-8A0C-D5AB3496FA5C}" type="slidenum">
              <a:rPr lang="de-DE" noProof="0" smtClean="0"/>
              <a:pPr/>
              <a:t>‹#›</a:t>
            </a:fld>
            <a:endParaRPr lang="de-DE" noProof="0" dirty="0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D8B217C8-114A-4C83-4F49-EC1CD01F174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 bwMode="gray">
          <a:xfrm>
            <a:off x="401529" y="1936036"/>
            <a:ext cx="796529" cy="815313"/>
          </a:xfrm>
        </p:spPr>
        <p:txBody>
          <a:bodyPr bIns="72000" anchor="ctr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495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de-DE" dirty="0"/>
              <a:t>NR</a:t>
            </a:r>
          </a:p>
        </p:txBody>
      </p:sp>
      <p:sp>
        <p:nvSpPr>
          <p:cNvPr id="5" name="Textplatzhalter 3">
            <a:extLst>
              <a:ext uri="{FF2B5EF4-FFF2-40B4-BE49-F238E27FC236}">
                <a16:creationId xmlns:a16="http://schemas.microsoft.com/office/drawing/2014/main" id="{157FABCF-FED3-CDA9-276E-BF0E052D2EE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 bwMode="gray">
          <a:xfrm>
            <a:off x="401529" y="3278901"/>
            <a:ext cx="796529" cy="815313"/>
          </a:xfrm>
        </p:spPr>
        <p:txBody>
          <a:bodyPr bIns="72000" anchor="ctr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495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de-DE" dirty="0"/>
              <a:t>NR</a:t>
            </a:r>
          </a:p>
        </p:txBody>
      </p:sp>
      <p:sp>
        <p:nvSpPr>
          <p:cNvPr id="11" name="Textplatzhalter 3">
            <a:extLst>
              <a:ext uri="{FF2B5EF4-FFF2-40B4-BE49-F238E27FC236}">
                <a16:creationId xmlns:a16="http://schemas.microsoft.com/office/drawing/2014/main" id="{CAC524A7-C802-831F-065B-F32EF7A9F1E3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 bwMode="gray">
          <a:xfrm>
            <a:off x="401529" y="4621766"/>
            <a:ext cx="796529" cy="815313"/>
          </a:xfrm>
        </p:spPr>
        <p:txBody>
          <a:bodyPr bIns="72000" anchor="ctr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495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de-DE" dirty="0"/>
              <a:t>NR</a:t>
            </a:r>
          </a:p>
        </p:txBody>
      </p:sp>
      <p:sp>
        <p:nvSpPr>
          <p:cNvPr id="14" name="Textplatzhalter 13">
            <a:extLst>
              <a:ext uri="{FF2B5EF4-FFF2-40B4-BE49-F238E27FC236}">
                <a16:creationId xmlns:a16="http://schemas.microsoft.com/office/drawing/2014/main" id="{C2D1DE0D-AECB-CC93-317A-69D2A6BB9735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 bwMode="gray">
          <a:xfrm rot="5400000">
            <a:off x="994382" y="2330191"/>
            <a:ext cx="720000" cy="270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de-DE" dirty="0"/>
              <a:t> </a:t>
            </a:r>
          </a:p>
        </p:txBody>
      </p:sp>
      <p:sp>
        <p:nvSpPr>
          <p:cNvPr id="15" name="Textplatzhalter 13">
            <a:extLst>
              <a:ext uri="{FF2B5EF4-FFF2-40B4-BE49-F238E27FC236}">
                <a16:creationId xmlns:a16="http://schemas.microsoft.com/office/drawing/2014/main" id="{8B439A33-42D1-4577-6BF3-FE74F5A8B6F8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 bwMode="gray">
          <a:xfrm rot="5400000">
            <a:off x="994382" y="3673056"/>
            <a:ext cx="720000" cy="270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de-DE" dirty="0"/>
              <a:t> </a:t>
            </a:r>
          </a:p>
        </p:txBody>
      </p:sp>
      <p:sp>
        <p:nvSpPr>
          <p:cNvPr id="16" name="Textplatzhalter 13">
            <a:extLst>
              <a:ext uri="{FF2B5EF4-FFF2-40B4-BE49-F238E27FC236}">
                <a16:creationId xmlns:a16="http://schemas.microsoft.com/office/drawing/2014/main" id="{9D90C391-BBEE-4A44-3F4E-1ABE1FBB8E8F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 bwMode="gray">
          <a:xfrm rot="5400000">
            <a:off x="994382" y="5015921"/>
            <a:ext cx="720000" cy="270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de-DE" dirty="0"/>
              <a:t> </a:t>
            </a:r>
          </a:p>
        </p:txBody>
      </p:sp>
      <p:sp>
        <p:nvSpPr>
          <p:cNvPr id="18" name="Textplatzhalter 17">
            <a:extLst>
              <a:ext uri="{FF2B5EF4-FFF2-40B4-BE49-F238E27FC236}">
                <a16:creationId xmlns:a16="http://schemas.microsoft.com/office/drawing/2014/main" id="{70EC21B1-7FA6-D6B9-CB8B-EA65590F8F66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 bwMode="gray">
          <a:xfrm>
            <a:off x="1510706" y="1936399"/>
            <a:ext cx="2700000" cy="814387"/>
          </a:xfrm>
        </p:spPr>
        <p:txBody>
          <a:bodyPr anchor="ctr"/>
          <a:lstStyle>
            <a:lvl1pPr marL="0" indent="0">
              <a:lnSpc>
                <a:spcPct val="90000"/>
              </a:lnSpc>
              <a:buNone/>
              <a:defRPr/>
            </a:lvl1pPr>
            <a:lvl2pPr marL="337534" indent="0">
              <a:buNone/>
              <a:defRPr/>
            </a:lvl2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19" name="Textplatzhalter 17">
            <a:extLst>
              <a:ext uri="{FF2B5EF4-FFF2-40B4-BE49-F238E27FC236}">
                <a16:creationId xmlns:a16="http://schemas.microsoft.com/office/drawing/2014/main" id="{5952D307-DDBF-AE3E-B008-CFC467E2359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 bwMode="gray">
          <a:xfrm>
            <a:off x="1510706" y="3279827"/>
            <a:ext cx="2700000" cy="814387"/>
          </a:xfrm>
        </p:spPr>
        <p:txBody>
          <a:bodyPr anchor="ctr"/>
          <a:lstStyle>
            <a:lvl1pPr marL="0" indent="0">
              <a:lnSpc>
                <a:spcPct val="90000"/>
              </a:lnSpc>
              <a:buNone/>
              <a:defRPr/>
            </a:lvl1pPr>
            <a:lvl2pPr marL="337534" indent="0">
              <a:buNone/>
              <a:defRPr/>
            </a:lvl2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20" name="Textplatzhalter 17">
            <a:extLst>
              <a:ext uri="{FF2B5EF4-FFF2-40B4-BE49-F238E27FC236}">
                <a16:creationId xmlns:a16="http://schemas.microsoft.com/office/drawing/2014/main" id="{1A985C5B-35CA-C213-EB21-D3A3D8597516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 bwMode="gray">
          <a:xfrm>
            <a:off x="1510706" y="4622692"/>
            <a:ext cx="2700000" cy="814387"/>
          </a:xfrm>
        </p:spPr>
        <p:txBody>
          <a:bodyPr anchor="ctr"/>
          <a:lstStyle>
            <a:lvl1pPr marL="0" indent="0">
              <a:lnSpc>
                <a:spcPct val="90000"/>
              </a:lnSpc>
              <a:buNone/>
              <a:defRPr/>
            </a:lvl1pPr>
            <a:lvl2pPr marL="337534" indent="0">
              <a:buNone/>
              <a:defRPr/>
            </a:lvl2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21" name="Textplatzhalter 3">
            <a:extLst>
              <a:ext uri="{FF2B5EF4-FFF2-40B4-BE49-F238E27FC236}">
                <a16:creationId xmlns:a16="http://schemas.microsoft.com/office/drawing/2014/main" id="{42121433-249C-C3C5-DC54-0DCCAE0D081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 bwMode="gray">
          <a:xfrm>
            <a:off x="4929823" y="1936036"/>
            <a:ext cx="796529" cy="815313"/>
          </a:xfrm>
        </p:spPr>
        <p:txBody>
          <a:bodyPr bIns="72000" anchor="ctr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495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de-DE" dirty="0"/>
              <a:t>NR</a:t>
            </a:r>
          </a:p>
        </p:txBody>
      </p:sp>
      <p:sp>
        <p:nvSpPr>
          <p:cNvPr id="22" name="Textplatzhalter 3">
            <a:extLst>
              <a:ext uri="{FF2B5EF4-FFF2-40B4-BE49-F238E27FC236}">
                <a16:creationId xmlns:a16="http://schemas.microsoft.com/office/drawing/2014/main" id="{2B8690F9-0578-56C8-8822-F8EE95555E06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 bwMode="gray">
          <a:xfrm>
            <a:off x="4929823" y="3278901"/>
            <a:ext cx="796529" cy="815313"/>
          </a:xfrm>
        </p:spPr>
        <p:txBody>
          <a:bodyPr bIns="72000" anchor="ctr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495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de-DE" dirty="0"/>
              <a:t>NR</a:t>
            </a:r>
          </a:p>
        </p:txBody>
      </p:sp>
      <p:sp>
        <p:nvSpPr>
          <p:cNvPr id="23" name="Textplatzhalter 3">
            <a:extLst>
              <a:ext uri="{FF2B5EF4-FFF2-40B4-BE49-F238E27FC236}">
                <a16:creationId xmlns:a16="http://schemas.microsoft.com/office/drawing/2014/main" id="{EFCCC8D0-6A55-52E5-B1D4-7ADFFAC73884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 bwMode="gray">
          <a:xfrm>
            <a:off x="4929823" y="4621766"/>
            <a:ext cx="796529" cy="815313"/>
          </a:xfrm>
        </p:spPr>
        <p:txBody>
          <a:bodyPr bIns="72000" anchor="ctr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495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de-DE" dirty="0"/>
              <a:t>NR</a:t>
            </a:r>
          </a:p>
        </p:txBody>
      </p:sp>
      <p:sp>
        <p:nvSpPr>
          <p:cNvPr id="24" name="Textplatzhalter 13">
            <a:extLst>
              <a:ext uri="{FF2B5EF4-FFF2-40B4-BE49-F238E27FC236}">
                <a16:creationId xmlns:a16="http://schemas.microsoft.com/office/drawing/2014/main" id="{96B43BF1-EC53-9CAE-52BD-44F0EF63876C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 bwMode="gray">
          <a:xfrm rot="5400000">
            <a:off x="5522676" y="2330191"/>
            <a:ext cx="720000" cy="270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de-DE" dirty="0"/>
              <a:t> </a:t>
            </a:r>
          </a:p>
        </p:txBody>
      </p:sp>
      <p:sp>
        <p:nvSpPr>
          <p:cNvPr id="25" name="Textplatzhalter 13">
            <a:extLst>
              <a:ext uri="{FF2B5EF4-FFF2-40B4-BE49-F238E27FC236}">
                <a16:creationId xmlns:a16="http://schemas.microsoft.com/office/drawing/2014/main" id="{D1E1A6E1-772A-9F55-3F2F-C9D09CA998CA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 bwMode="gray">
          <a:xfrm rot="5400000">
            <a:off x="5522676" y="3673056"/>
            <a:ext cx="720000" cy="270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de-DE" dirty="0"/>
              <a:t> </a:t>
            </a:r>
          </a:p>
        </p:txBody>
      </p:sp>
      <p:sp>
        <p:nvSpPr>
          <p:cNvPr id="26" name="Textplatzhalter 13">
            <a:extLst>
              <a:ext uri="{FF2B5EF4-FFF2-40B4-BE49-F238E27FC236}">
                <a16:creationId xmlns:a16="http://schemas.microsoft.com/office/drawing/2014/main" id="{38355E0F-A5A9-C7D9-ADF8-CD0651B3A1BD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 bwMode="gray">
          <a:xfrm rot="5400000">
            <a:off x="5522676" y="5015921"/>
            <a:ext cx="720000" cy="270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de-DE" dirty="0"/>
              <a:t> </a:t>
            </a:r>
          </a:p>
        </p:txBody>
      </p:sp>
      <p:sp>
        <p:nvSpPr>
          <p:cNvPr id="27" name="Textplatzhalter 17">
            <a:extLst>
              <a:ext uri="{FF2B5EF4-FFF2-40B4-BE49-F238E27FC236}">
                <a16:creationId xmlns:a16="http://schemas.microsoft.com/office/drawing/2014/main" id="{DC1AFEF3-0B74-D823-868F-8FBB1F7E14AD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 bwMode="gray">
          <a:xfrm>
            <a:off x="6039000" y="1936399"/>
            <a:ext cx="2700000" cy="814387"/>
          </a:xfrm>
        </p:spPr>
        <p:txBody>
          <a:bodyPr anchor="ctr"/>
          <a:lstStyle>
            <a:lvl1pPr marL="0" indent="0">
              <a:lnSpc>
                <a:spcPct val="90000"/>
              </a:lnSpc>
              <a:buNone/>
              <a:defRPr/>
            </a:lvl1pPr>
            <a:lvl2pPr marL="337534" indent="0">
              <a:buNone/>
              <a:defRPr/>
            </a:lvl2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28" name="Textplatzhalter 17">
            <a:extLst>
              <a:ext uri="{FF2B5EF4-FFF2-40B4-BE49-F238E27FC236}">
                <a16:creationId xmlns:a16="http://schemas.microsoft.com/office/drawing/2014/main" id="{FD4CE1B8-C6F3-EF15-52E5-69E44ED07EE6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 bwMode="gray">
          <a:xfrm>
            <a:off x="6039000" y="3279827"/>
            <a:ext cx="2700000" cy="814387"/>
          </a:xfrm>
        </p:spPr>
        <p:txBody>
          <a:bodyPr anchor="ctr"/>
          <a:lstStyle>
            <a:lvl1pPr marL="0" indent="0">
              <a:lnSpc>
                <a:spcPct val="90000"/>
              </a:lnSpc>
              <a:buNone/>
              <a:defRPr/>
            </a:lvl1pPr>
            <a:lvl2pPr marL="337534" indent="0">
              <a:buNone/>
              <a:defRPr/>
            </a:lvl2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29" name="Textplatzhalter 17">
            <a:extLst>
              <a:ext uri="{FF2B5EF4-FFF2-40B4-BE49-F238E27FC236}">
                <a16:creationId xmlns:a16="http://schemas.microsoft.com/office/drawing/2014/main" id="{AA36499D-A9A1-73BE-90B1-08E03A83BFCC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 bwMode="gray">
          <a:xfrm>
            <a:off x="6039000" y="4622692"/>
            <a:ext cx="2700000" cy="814387"/>
          </a:xfrm>
        </p:spPr>
        <p:txBody>
          <a:bodyPr anchor="ctr"/>
          <a:lstStyle>
            <a:lvl1pPr marL="0" indent="0">
              <a:lnSpc>
                <a:spcPct val="90000"/>
              </a:lnSpc>
              <a:buNone/>
              <a:defRPr/>
            </a:lvl1pPr>
            <a:lvl2pPr marL="337534" indent="0">
              <a:buNone/>
              <a:defRPr/>
            </a:lvl2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DEAE9257-91B7-44F3-6DB2-816167CFF794}"/>
              </a:ext>
            </a:extLst>
          </p:cNvPr>
          <p:cNvSpPr>
            <a:spLocks noGrp="1"/>
          </p:cNvSpPr>
          <p:nvPr>
            <p:ph type="title"/>
          </p:nvPr>
        </p:nvSpPr>
        <p:spPr bwMode="gray"/>
        <p:txBody>
          <a:bodyPr/>
          <a:lstStyle/>
          <a:p>
            <a:r>
              <a:rPr lang="de-DE"/>
              <a:t>Mastertitelformat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24151310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10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ubtitle"/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405000" y="798303"/>
            <a:ext cx="8334000" cy="360000"/>
          </a:xfrm>
        </p:spPr>
        <p:txBody>
          <a:bodyPr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240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de-DE" noProof="0" dirty="0"/>
              <a:t>Zweite Überschrift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8C3BF974-AC03-E162-E1D5-581054EA35BC}"/>
              </a:ext>
            </a:extLst>
          </p:cNvPr>
          <p:cNvSpPr>
            <a:spLocks noGrp="1"/>
          </p:cNvSpPr>
          <p:nvPr>
            <p:ph type="dt" sz="half" idx="14"/>
          </p:nvPr>
        </p:nvSpPr>
        <p:spPr bwMode="gray"/>
        <p:txBody>
          <a:bodyPr/>
          <a:lstStyle/>
          <a:p>
            <a:fld id="{8F1A127F-F424-45E2-A676-1A010C35CFDA}" type="datetime4">
              <a:rPr lang="de-DE" noProof="0" smtClean="0"/>
              <a:t>11. Juli 2024</a:t>
            </a:fld>
            <a:endParaRPr lang="de-DE" noProof="0" dirty="0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58BC0F46-FB52-7EFF-517A-5E1C1A14F9E1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 bwMode="gray"/>
        <p:txBody>
          <a:bodyPr/>
          <a:lstStyle/>
          <a:p>
            <a:r>
              <a:rPr lang="de-DE" noProof="0"/>
              <a:t>Präsentationstitel | Verfasser</a:t>
            </a:r>
            <a:endParaRPr lang="de-DE" noProof="0" dirty="0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24F47F88-CFA0-1C8E-AB4E-16E0190FB64B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 bwMode="gray"/>
        <p:txBody>
          <a:bodyPr/>
          <a:lstStyle/>
          <a:p>
            <a:fld id="{02CEFE82-39F2-4F47-8A0C-D5AB3496FA5C}" type="slidenum">
              <a:rPr lang="de-DE" noProof="0" smtClean="0"/>
              <a:pPr/>
              <a:t>‹#›</a:t>
            </a:fld>
            <a:endParaRPr lang="de-DE" noProof="0" dirty="0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D8B217C8-114A-4C83-4F49-EC1CD01F174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 bwMode="gray">
          <a:xfrm>
            <a:off x="405000" y="1640889"/>
            <a:ext cx="796529" cy="720820"/>
          </a:xfrm>
        </p:spPr>
        <p:txBody>
          <a:bodyPr bIns="72000" anchor="ctr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405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de-DE" dirty="0"/>
              <a:t>NR</a:t>
            </a:r>
          </a:p>
        </p:txBody>
      </p:sp>
      <p:sp>
        <p:nvSpPr>
          <p:cNvPr id="5" name="Textplatzhalter 3">
            <a:extLst>
              <a:ext uri="{FF2B5EF4-FFF2-40B4-BE49-F238E27FC236}">
                <a16:creationId xmlns:a16="http://schemas.microsoft.com/office/drawing/2014/main" id="{157FABCF-FED3-CDA9-276E-BF0E052D2EE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 bwMode="gray">
          <a:xfrm>
            <a:off x="405000" y="2566283"/>
            <a:ext cx="796529" cy="720820"/>
          </a:xfrm>
        </p:spPr>
        <p:txBody>
          <a:bodyPr bIns="72000" anchor="ctr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405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de-DE" dirty="0"/>
              <a:t>NR</a:t>
            </a:r>
          </a:p>
        </p:txBody>
      </p:sp>
      <p:sp>
        <p:nvSpPr>
          <p:cNvPr id="11" name="Textplatzhalter 3">
            <a:extLst>
              <a:ext uri="{FF2B5EF4-FFF2-40B4-BE49-F238E27FC236}">
                <a16:creationId xmlns:a16="http://schemas.microsoft.com/office/drawing/2014/main" id="{CAC524A7-C802-831F-065B-F32EF7A9F1E3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 bwMode="gray">
          <a:xfrm>
            <a:off x="405000" y="3491677"/>
            <a:ext cx="796529" cy="720820"/>
          </a:xfrm>
        </p:spPr>
        <p:txBody>
          <a:bodyPr bIns="72000" anchor="ctr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405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de-DE" dirty="0"/>
              <a:t>NR</a:t>
            </a:r>
          </a:p>
        </p:txBody>
      </p:sp>
      <p:sp>
        <p:nvSpPr>
          <p:cNvPr id="14" name="Textplatzhalter 13">
            <a:extLst>
              <a:ext uri="{FF2B5EF4-FFF2-40B4-BE49-F238E27FC236}">
                <a16:creationId xmlns:a16="http://schemas.microsoft.com/office/drawing/2014/main" id="{C2D1DE0D-AECB-CC93-317A-69D2A6BB9735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 bwMode="gray">
          <a:xfrm rot="5400000">
            <a:off x="879893" y="1987799"/>
            <a:ext cx="648000" cy="270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de-DE" dirty="0"/>
              <a:t> </a:t>
            </a:r>
          </a:p>
        </p:txBody>
      </p:sp>
      <p:sp>
        <p:nvSpPr>
          <p:cNvPr id="15" name="Textplatzhalter 13">
            <a:extLst>
              <a:ext uri="{FF2B5EF4-FFF2-40B4-BE49-F238E27FC236}">
                <a16:creationId xmlns:a16="http://schemas.microsoft.com/office/drawing/2014/main" id="{8B439A33-42D1-4577-6BF3-FE74F5A8B6F8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 bwMode="gray">
          <a:xfrm rot="5400000">
            <a:off x="879893" y="2913207"/>
            <a:ext cx="648000" cy="270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de-DE" dirty="0"/>
              <a:t> </a:t>
            </a:r>
          </a:p>
        </p:txBody>
      </p:sp>
      <p:sp>
        <p:nvSpPr>
          <p:cNvPr id="16" name="Textplatzhalter 13">
            <a:extLst>
              <a:ext uri="{FF2B5EF4-FFF2-40B4-BE49-F238E27FC236}">
                <a16:creationId xmlns:a16="http://schemas.microsoft.com/office/drawing/2014/main" id="{9D90C391-BBEE-4A44-3F4E-1ABE1FBB8E8F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 bwMode="gray">
          <a:xfrm rot="5400000">
            <a:off x="879893" y="3838615"/>
            <a:ext cx="648000" cy="270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de-DE" dirty="0"/>
              <a:t> </a:t>
            </a:r>
          </a:p>
        </p:txBody>
      </p:sp>
      <p:sp>
        <p:nvSpPr>
          <p:cNvPr id="18" name="Textplatzhalter 17">
            <a:extLst>
              <a:ext uri="{FF2B5EF4-FFF2-40B4-BE49-F238E27FC236}">
                <a16:creationId xmlns:a16="http://schemas.microsoft.com/office/drawing/2014/main" id="{70EC21B1-7FA6-D6B9-CB8B-EA65590F8F66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 bwMode="gray">
          <a:xfrm>
            <a:off x="1360217" y="1641300"/>
            <a:ext cx="2755986" cy="720001"/>
          </a:xfrm>
        </p:spPr>
        <p:txBody>
          <a:bodyPr anchor="ctr"/>
          <a:lstStyle>
            <a:lvl1pPr marL="0" indent="0">
              <a:lnSpc>
                <a:spcPct val="90000"/>
              </a:lnSpc>
              <a:buNone/>
              <a:defRPr/>
            </a:lvl1pPr>
            <a:lvl2pPr marL="337534" indent="0">
              <a:buNone/>
              <a:defRPr/>
            </a:lvl2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19" name="Textplatzhalter 17">
            <a:extLst>
              <a:ext uri="{FF2B5EF4-FFF2-40B4-BE49-F238E27FC236}">
                <a16:creationId xmlns:a16="http://schemas.microsoft.com/office/drawing/2014/main" id="{5952D307-DDBF-AE3E-B008-CFC467E2359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 bwMode="gray">
          <a:xfrm>
            <a:off x="1360217" y="2566787"/>
            <a:ext cx="2755986" cy="720001"/>
          </a:xfrm>
        </p:spPr>
        <p:txBody>
          <a:bodyPr anchor="ctr"/>
          <a:lstStyle>
            <a:lvl1pPr marL="0" indent="0">
              <a:lnSpc>
                <a:spcPct val="90000"/>
              </a:lnSpc>
              <a:buNone/>
              <a:defRPr/>
            </a:lvl1pPr>
            <a:lvl2pPr marL="337534" indent="0">
              <a:buNone/>
              <a:defRPr/>
            </a:lvl2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20" name="Textplatzhalter 17">
            <a:extLst>
              <a:ext uri="{FF2B5EF4-FFF2-40B4-BE49-F238E27FC236}">
                <a16:creationId xmlns:a16="http://schemas.microsoft.com/office/drawing/2014/main" id="{1A985C5B-35CA-C213-EB21-D3A3D8597516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 bwMode="gray">
          <a:xfrm>
            <a:off x="1360217" y="3492322"/>
            <a:ext cx="2755986" cy="720001"/>
          </a:xfrm>
        </p:spPr>
        <p:txBody>
          <a:bodyPr anchor="ctr"/>
          <a:lstStyle>
            <a:lvl1pPr marL="0" indent="0">
              <a:lnSpc>
                <a:spcPct val="90000"/>
              </a:lnSpc>
              <a:buNone/>
              <a:defRPr/>
            </a:lvl1pPr>
            <a:lvl2pPr marL="337534" indent="0">
              <a:buNone/>
              <a:defRPr/>
            </a:lvl2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21" name="Textplatzhalter 3">
            <a:extLst>
              <a:ext uri="{FF2B5EF4-FFF2-40B4-BE49-F238E27FC236}">
                <a16:creationId xmlns:a16="http://schemas.microsoft.com/office/drawing/2014/main" id="{42121433-249C-C3C5-DC54-0DCCAE0D081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 bwMode="gray">
          <a:xfrm>
            <a:off x="5027797" y="1640889"/>
            <a:ext cx="796529" cy="720820"/>
          </a:xfrm>
        </p:spPr>
        <p:txBody>
          <a:bodyPr bIns="72000" anchor="ctr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405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de-DE" dirty="0"/>
              <a:t>NR</a:t>
            </a:r>
          </a:p>
        </p:txBody>
      </p:sp>
      <p:sp>
        <p:nvSpPr>
          <p:cNvPr id="22" name="Textplatzhalter 3">
            <a:extLst>
              <a:ext uri="{FF2B5EF4-FFF2-40B4-BE49-F238E27FC236}">
                <a16:creationId xmlns:a16="http://schemas.microsoft.com/office/drawing/2014/main" id="{2B8690F9-0578-56C8-8822-F8EE95555E06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 bwMode="gray">
          <a:xfrm>
            <a:off x="5027797" y="2566297"/>
            <a:ext cx="796529" cy="720820"/>
          </a:xfrm>
        </p:spPr>
        <p:txBody>
          <a:bodyPr bIns="72000" anchor="ctr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405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de-DE" dirty="0"/>
              <a:t>NR</a:t>
            </a:r>
          </a:p>
        </p:txBody>
      </p:sp>
      <p:sp>
        <p:nvSpPr>
          <p:cNvPr id="23" name="Textplatzhalter 3">
            <a:extLst>
              <a:ext uri="{FF2B5EF4-FFF2-40B4-BE49-F238E27FC236}">
                <a16:creationId xmlns:a16="http://schemas.microsoft.com/office/drawing/2014/main" id="{EFCCC8D0-6A55-52E5-B1D4-7ADFFAC73884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 bwMode="gray">
          <a:xfrm>
            <a:off x="5027797" y="3491705"/>
            <a:ext cx="796529" cy="720820"/>
          </a:xfrm>
        </p:spPr>
        <p:txBody>
          <a:bodyPr bIns="72000" anchor="ctr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405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de-DE" dirty="0"/>
              <a:t>NR</a:t>
            </a:r>
          </a:p>
        </p:txBody>
      </p:sp>
      <p:sp>
        <p:nvSpPr>
          <p:cNvPr id="24" name="Textplatzhalter 13">
            <a:extLst>
              <a:ext uri="{FF2B5EF4-FFF2-40B4-BE49-F238E27FC236}">
                <a16:creationId xmlns:a16="http://schemas.microsoft.com/office/drawing/2014/main" id="{96B43BF1-EC53-9CAE-52BD-44F0EF63876C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 bwMode="gray">
          <a:xfrm rot="5400000">
            <a:off x="5502690" y="1987799"/>
            <a:ext cx="648000" cy="270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de-DE" dirty="0"/>
              <a:t> </a:t>
            </a:r>
          </a:p>
        </p:txBody>
      </p:sp>
      <p:sp>
        <p:nvSpPr>
          <p:cNvPr id="25" name="Textplatzhalter 13">
            <a:extLst>
              <a:ext uri="{FF2B5EF4-FFF2-40B4-BE49-F238E27FC236}">
                <a16:creationId xmlns:a16="http://schemas.microsoft.com/office/drawing/2014/main" id="{D1E1A6E1-772A-9F55-3F2F-C9D09CA998CA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 bwMode="gray">
          <a:xfrm rot="5400000">
            <a:off x="5502690" y="2913207"/>
            <a:ext cx="648000" cy="270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de-DE" dirty="0"/>
              <a:t> </a:t>
            </a:r>
          </a:p>
        </p:txBody>
      </p:sp>
      <p:sp>
        <p:nvSpPr>
          <p:cNvPr id="26" name="Textplatzhalter 13">
            <a:extLst>
              <a:ext uri="{FF2B5EF4-FFF2-40B4-BE49-F238E27FC236}">
                <a16:creationId xmlns:a16="http://schemas.microsoft.com/office/drawing/2014/main" id="{38355E0F-A5A9-C7D9-ADF8-CD0651B3A1BD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 bwMode="gray">
          <a:xfrm rot="5400000">
            <a:off x="5502690" y="3838615"/>
            <a:ext cx="648000" cy="270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de-DE" dirty="0"/>
              <a:t> </a:t>
            </a:r>
          </a:p>
        </p:txBody>
      </p:sp>
      <p:sp>
        <p:nvSpPr>
          <p:cNvPr id="27" name="Textplatzhalter 17">
            <a:extLst>
              <a:ext uri="{FF2B5EF4-FFF2-40B4-BE49-F238E27FC236}">
                <a16:creationId xmlns:a16="http://schemas.microsoft.com/office/drawing/2014/main" id="{DC1AFEF3-0B74-D823-868F-8FBB1F7E14AD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 bwMode="gray">
          <a:xfrm>
            <a:off x="5983014" y="1641300"/>
            <a:ext cx="2755986" cy="720001"/>
          </a:xfrm>
        </p:spPr>
        <p:txBody>
          <a:bodyPr anchor="ctr"/>
          <a:lstStyle>
            <a:lvl1pPr marL="0" indent="0">
              <a:lnSpc>
                <a:spcPct val="90000"/>
              </a:lnSpc>
              <a:buNone/>
              <a:defRPr/>
            </a:lvl1pPr>
            <a:lvl2pPr marL="337534" indent="0">
              <a:buNone/>
              <a:defRPr/>
            </a:lvl2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28" name="Textplatzhalter 17">
            <a:extLst>
              <a:ext uri="{FF2B5EF4-FFF2-40B4-BE49-F238E27FC236}">
                <a16:creationId xmlns:a16="http://schemas.microsoft.com/office/drawing/2014/main" id="{FD4CE1B8-C6F3-EF15-52E5-69E44ED07EE6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 bwMode="gray">
          <a:xfrm>
            <a:off x="5983014" y="2566823"/>
            <a:ext cx="2755986" cy="720001"/>
          </a:xfrm>
        </p:spPr>
        <p:txBody>
          <a:bodyPr anchor="ctr"/>
          <a:lstStyle>
            <a:lvl1pPr marL="0" indent="0">
              <a:lnSpc>
                <a:spcPct val="90000"/>
              </a:lnSpc>
              <a:buNone/>
              <a:defRPr/>
            </a:lvl1pPr>
            <a:lvl2pPr marL="337534" indent="0">
              <a:buNone/>
              <a:defRPr/>
            </a:lvl2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29" name="Textplatzhalter 17">
            <a:extLst>
              <a:ext uri="{FF2B5EF4-FFF2-40B4-BE49-F238E27FC236}">
                <a16:creationId xmlns:a16="http://schemas.microsoft.com/office/drawing/2014/main" id="{AA36499D-A9A1-73BE-90B1-08E03A83BFCC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 bwMode="gray">
          <a:xfrm>
            <a:off x="5983014" y="3492345"/>
            <a:ext cx="2755986" cy="720001"/>
          </a:xfrm>
        </p:spPr>
        <p:txBody>
          <a:bodyPr anchor="ctr"/>
          <a:lstStyle>
            <a:lvl1pPr marL="0" indent="0">
              <a:lnSpc>
                <a:spcPct val="90000"/>
              </a:lnSpc>
              <a:buNone/>
              <a:defRPr/>
            </a:lvl1pPr>
            <a:lvl2pPr marL="337534" indent="0">
              <a:buNone/>
              <a:defRPr/>
            </a:lvl2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2" name="Textplatzhalter 3">
            <a:extLst>
              <a:ext uri="{FF2B5EF4-FFF2-40B4-BE49-F238E27FC236}">
                <a16:creationId xmlns:a16="http://schemas.microsoft.com/office/drawing/2014/main" id="{81DE1502-CE73-8298-D8C5-3A5D8568BCB4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 bwMode="gray">
          <a:xfrm>
            <a:off x="405000" y="4417071"/>
            <a:ext cx="796529" cy="720820"/>
          </a:xfrm>
        </p:spPr>
        <p:txBody>
          <a:bodyPr bIns="72000" anchor="ctr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405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de-DE" dirty="0"/>
              <a:t>NR</a:t>
            </a:r>
          </a:p>
        </p:txBody>
      </p:sp>
      <p:sp>
        <p:nvSpPr>
          <p:cNvPr id="6" name="Textplatzhalter 13">
            <a:extLst>
              <a:ext uri="{FF2B5EF4-FFF2-40B4-BE49-F238E27FC236}">
                <a16:creationId xmlns:a16="http://schemas.microsoft.com/office/drawing/2014/main" id="{582811F0-06F9-4DE4-B020-1D77B9C5EDAC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 bwMode="gray">
          <a:xfrm rot="5400000">
            <a:off x="879893" y="4764023"/>
            <a:ext cx="648000" cy="270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de-DE" dirty="0"/>
              <a:t> </a:t>
            </a:r>
          </a:p>
        </p:txBody>
      </p:sp>
      <p:sp>
        <p:nvSpPr>
          <p:cNvPr id="12" name="Textplatzhalter 17">
            <a:extLst>
              <a:ext uri="{FF2B5EF4-FFF2-40B4-BE49-F238E27FC236}">
                <a16:creationId xmlns:a16="http://schemas.microsoft.com/office/drawing/2014/main" id="{6F3CB668-33C7-3559-F11F-7DC734C286DD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 bwMode="gray">
          <a:xfrm>
            <a:off x="1360217" y="4417857"/>
            <a:ext cx="2755986" cy="720001"/>
          </a:xfrm>
        </p:spPr>
        <p:txBody>
          <a:bodyPr anchor="ctr"/>
          <a:lstStyle>
            <a:lvl1pPr marL="0" indent="0">
              <a:lnSpc>
                <a:spcPct val="90000"/>
              </a:lnSpc>
              <a:buNone/>
              <a:defRPr/>
            </a:lvl1pPr>
            <a:lvl2pPr marL="337534" indent="0">
              <a:buNone/>
              <a:defRPr/>
            </a:lvl2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17" name="Textplatzhalter 3">
            <a:extLst>
              <a:ext uri="{FF2B5EF4-FFF2-40B4-BE49-F238E27FC236}">
                <a16:creationId xmlns:a16="http://schemas.microsoft.com/office/drawing/2014/main" id="{4EC4C988-216D-D36C-800D-E7CA930BE08B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 bwMode="gray">
          <a:xfrm>
            <a:off x="5027797" y="4417113"/>
            <a:ext cx="796529" cy="720820"/>
          </a:xfrm>
        </p:spPr>
        <p:txBody>
          <a:bodyPr bIns="72000" anchor="ctr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405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de-DE" dirty="0"/>
              <a:t>NR</a:t>
            </a:r>
          </a:p>
        </p:txBody>
      </p:sp>
      <p:sp>
        <p:nvSpPr>
          <p:cNvPr id="30" name="Textplatzhalter 13">
            <a:extLst>
              <a:ext uri="{FF2B5EF4-FFF2-40B4-BE49-F238E27FC236}">
                <a16:creationId xmlns:a16="http://schemas.microsoft.com/office/drawing/2014/main" id="{1CCAF996-A951-A0F9-3400-723716D5FE1B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 bwMode="gray">
          <a:xfrm rot="5400000">
            <a:off x="5502690" y="4764023"/>
            <a:ext cx="648000" cy="270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de-DE" dirty="0"/>
              <a:t> </a:t>
            </a:r>
          </a:p>
        </p:txBody>
      </p:sp>
      <p:sp>
        <p:nvSpPr>
          <p:cNvPr id="31" name="Textplatzhalter 17">
            <a:extLst>
              <a:ext uri="{FF2B5EF4-FFF2-40B4-BE49-F238E27FC236}">
                <a16:creationId xmlns:a16="http://schemas.microsoft.com/office/drawing/2014/main" id="{82468B80-FE69-5872-C6AE-00B8B99DE600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 bwMode="gray">
          <a:xfrm>
            <a:off x="5983014" y="4417869"/>
            <a:ext cx="2755986" cy="720001"/>
          </a:xfrm>
        </p:spPr>
        <p:txBody>
          <a:bodyPr anchor="ctr"/>
          <a:lstStyle>
            <a:lvl1pPr marL="0" indent="0">
              <a:lnSpc>
                <a:spcPct val="90000"/>
              </a:lnSpc>
              <a:buNone/>
              <a:defRPr/>
            </a:lvl1pPr>
            <a:lvl2pPr marL="337534" indent="0">
              <a:buNone/>
              <a:defRPr/>
            </a:lvl2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32" name="Textplatzhalter 3">
            <a:extLst>
              <a:ext uri="{FF2B5EF4-FFF2-40B4-BE49-F238E27FC236}">
                <a16:creationId xmlns:a16="http://schemas.microsoft.com/office/drawing/2014/main" id="{48DB145D-15D9-9D0B-62E6-36FB7E6F55D8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 bwMode="gray">
          <a:xfrm>
            <a:off x="405000" y="5342520"/>
            <a:ext cx="796529" cy="720820"/>
          </a:xfrm>
        </p:spPr>
        <p:txBody>
          <a:bodyPr bIns="72000" anchor="ctr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405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de-DE" dirty="0"/>
              <a:t>NR</a:t>
            </a:r>
          </a:p>
        </p:txBody>
      </p:sp>
      <p:sp>
        <p:nvSpPr>
          <p:cNvPr id="33" name="Textplatzhalter 13">
            <a:extLst>
              <a:ext uri="{FF2B5EF4-FFF2-40B4-BE49-F238E27FC236}">
                <a16:creationId xmlns:a16="http://schemas.microsoft.com/office/drawing/2014/main" id="{A786165B-AF5B-B959-7697-02D4FD033B01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 bwMode="gray">
          <a:xfrm rot="5400000">
            <a:off x="879893" y="5689430"/>
            <a:ext cx="648000" cy="270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de-DE" dirty="0"/>
              <a:t> </a:t>
            </a:r>
          </a:p>
        </p:txBody>
      </p:sp>
      <p:sp>
        <p:nvSpPr>
          <p:cNvPr id="34" name="Textplatzhalter 17">
            <a:extLst>
              <a:ext uri="{FF2B5EF4-FFF2-40B4-BE49-F238E27FC236}">
                <a16:creationId xmlns:a16="http://schemas.microsoft.com/office/drawing/2014/main" id="{202B2D3B-328C-8B2F-4D87-4699A60953EA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 bwMode="gray">
          <a:xfrm>
            <a:off x="1360217" y="5342931"/>
            <a:ext cx="2755986" cy="720001"/>
          </a:xfrm>
        </p:spPr>
        <p:txBody>
          <a:bodyPr anchor="ctr"/>
          <a:lstStyle>
            <a:lvl1pPr marL="0" indent="0">
              <a:lnSpc>
                <a:spcPct val="90000"/>
              </a:lnSpc>
              <a:buNone/>
              <a:defRPr/>
            </a:lvl1pPr>
            <a:lvl2pPr marL="337534" indent="0">
              <a:buNone/>
              <a:defRPr/>
            </a:lvl2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35" name="Textplatzhalter 3">
            <a:extLst>
              <a:ext uri="{FF2B5EF4-FFF2-40B4-BE49-F238E27FC236}">
                <a16:creationId xmlns:a16="http://schemas.microsoft.com/office/drawing/2014/main" id="{431642EA-BF56-4380-2A32-D46C38C57BC5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 bwMode="gray">
          <a:xfrm>
            <a:off x="5027797" y="5342520"/>
            <a:ext cx="796529" cy="720820"/>
          </a:xfrm>
        </p:spPr>
        <p:txBody>
          <a:bodyPr bIns="72000" anchor="ctr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405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de-DE" dirty="0"/>
              <a:t>NR</a:t>
            </a:r>
          </a:p>
        </p:txBody>
      </p:sp>
      <p:sp>
        <p:nvSpPr>
          <p:cNvPr id="36" name="Textplatzhalter 13">
            <a:extLst>
              <a:ext uri="{FF2B5EF4-FFF2-40B4-BE49-F238E27FC236}">
                <a16:creationId xmlns:a16="http://schemas.microsoft.com/office/drawing/2014/main" id="{136C8FD7-F04C-06A9-E468-391BF1D863A1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 bwMode="gray">
          <a:xfrm rot="5400000">
            <a:off x="5502690" y="5689430"/>
            <a:ext cx="648000" cy="270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de-DE" dirty="0"/>
              <a:t> </a:t>
            </a:r>
          </a:p>
        </p:txBody>
      </p:sp>
      <p:sp>
        <p:nvSpPr>
          <p:cNvPr id="37" name="Textplatzhalter 17">
            <a:extLst>
              <a:ext uri="{FF2B5EF4-FFF2-40B4-BE49-F238E27FC236}">
                <a16:creationId xmlns:a16="http://schemas.microsoft.com/office/drawing/2014/main" id="{C358E050-5D2E-31D5-3DE5-9BA06FF64F63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 bwMode="gray">
          <a:xfrm>
            <a:off x="5983014" y="5343393"/>
            <a:ext cx="2755986" cy="720001"/>
          </a:xfrm>
        </p:spPr>
        <p:txBody>
          <a:bodyPr anchor="ctr"/>
          <a:lstStyle>
            <a:lvl1pPr marL="0" indent="0">
              <a:lnSpc>
                <a:spcPct val="90000"/>
              </a:lnSpc>
              <a:buNone/>
              <a:defRPr/>
            </a:lvl1pPr>
            <a:lvl2pPr marL="337534" indent="0">
              <a:buNone/>
              <a:defRPr/>
            </a:lvl2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39" name="Titel 38">
            <a:extLst>
              <a:ext uri="{FF2B5EF4-FFF2-40B4-BE49-F238E27FC236}">
                <a16:creationId xmlns:a16="http://schemas.microsoft.com/office/drawing/2014/main" id="{2B75ED14-3D32-1D11-3400-215939A2D64F}"/>
              </a:ext>
            </a:extLst>
          </p:cNvPr>
          <p:cNvSpPr>
            <a:spLocks noGrp="1"/>
          </p:cNvSpPr>
          <p:nvPr>
            <p:ph type="title"/>
          </p:nvPr>
        </p:nvSpPr>
        <p:spPr bwMode="gray"/>
        <p:txBody>
          <a:bodyPr/>
          <a:lstStyle/>
          <a:p>
            <a:r>
              <a:rPr lang="de-DE"/>
              <a:t>Mastertitelformat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26420927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sis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ubtitle"/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405000" y="798303"/>
            <a:ext cx="8334000" cy="360000"/>
          </a:xfrm>
        </p:spPr>
        <p:txBody>
          <a:bodyPr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240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de-DE" noProof="0" dirty="0"/>
              <a:t>Zweite Überschrift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8C3BF974-AC03-E162-E1D5-581054EA35BC}"/>
              </a:ext>
            </a:extLst>
          </p:cNvPr>
          <p:cNvSpPr>
            <a:spLocks noGrp="1"/>
          </p:cNvSpPr>
          <p:nvPr>
            <p:ph type="dt" sz="half" idx="14"/>
          </p:nvPr>
        </p:nvSpPr>
        <p:spPr bwMode="gray"/>
        <p:txBody>
          <a:bodyPr/>
          <a:lstStyle/>
          <a:p>
            <a:fld id="{AA8A9A55-2ABC-4FFE-87E5-39C6B5EC27C8}" type="datetime4">
              <a:rPr lang="de-DE" noProof="0" smtClean="0"/>
              <a:t>11. Juli 2024</a:t>
            </a:fld>
            <a:endParaRPr lang="de-DE" noProof="0" dirty="0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58BC0F46-FB52-7EFF-517A-5E1C1A14F9E1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 bwMode="gray"/>
        <p:txBody>
          <a:bodyPr/>
          <a:lstStyle/>
          <a:p>
            <a:r>
              <a:rPr lang="de-DE" noProof="0"/>
              <a:t>Präsentationstitel | Verfasser</a:t>
            </a:r>
            <a:endParaRPr lang="de-DE" noProof="0" dirty="0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24F47F88-CFA0-1C8E-AB4E-16E0190FB64B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 bwMode="gray"/>
        <p:txBody>
          <a:bodyPr/>
          <a:lstStyle/>
          <a:p>
            <a:fld id="{02CEFE82-39F2-4F47-8A0C-D5AB3496FA5C}" type="slidenum">
              <a:rPr lang="de-DE" noProof="0" smtClean="0"/>
              <a:pPr/>
              <a:t>‹#›</a:t>
            </a:fld>
            <a:endParaRPr lang="de-DE" noProof="0" dirty="0"/>
          </a:p>
        </p:txBody>
      </p:sp>
      <p:sp>
        <p:nvSpPr>
          <p:cNvPr id="2" name="Textplatzhalter 5">
            <a:extLst>
              <a:ext uri="{FF2B5EF4-FFF2-40B4-BE49-F238E27FC236}">
                <a16:creationId xmlns:a16="http://schemas.microsoft.com/office/drawing/2014/main" id="{232CE0CD-5802-9B2B-4432-3C6EFA497752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 bwMode="gray">
          <a:xfrm>
            <a:off x="405000" y="6020548"/>
            <a:ext cx="8334000" cy="288000"/>
          </a:xfrm>
        </p:spPr>
        <p:txBody>
          <a:bodyPr anchor="b"/>
          <a:lstStyle>
            <a:lvl1pPr marL="0" indent="0">
              <a:spcAft>
                <a:spcPts val="300"/>
              </a:spcAft>
              <a:buNone/>
              <a:defRPr sz="800"/>
            </a:lvl1pPr>
          </a:lstStyle>
          <a:p>
            <a:pPr lvl="0"/>
            <a:r>
              <a:rPr lang="de-DE" dirty="0"/>
              <a:t>Quellen:</a:t>
            </a:r>
          </a:p>
        </p:txBody>
      </p:sp>
      <p:sp>
        <p:nvSpPr>
          <p:cNvPr id="4" name="Titel 3">
            <a:extLst>
              <a:ext uri="{FF2B5EF4-FFF2-40B4-BE49-F238E27FC236}">
                <a16:creationId xmlns:a16="http://schemas.microsoft.com/office/drawing/2014/main" id="{835BCE72-B090-79EB-F54A-E0640A6EE1A2}"/>
              </a:ext>
            </a:extLst>
          </p:cNvPr>
          <p:cNvSpPr>
            <a:spLocks noGrp="1"/>
          </p:cNvSpPr>
          <p:nvPr>
            <p:ph type="title"/>
          </p:nvPr>
        </p:nvSpPr>
        <p:spPr bwMode="gray"/>
        <p:txBody>
          <a:bodyPr/>
          <a:lstStyle/>
          <a:p>
            <a:r>
              <a:rPr lang="de-DE"/>
              <a:t>Mastertitelformat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10983493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Spalte Inhalt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ubtitle"/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405000" y="798303"/>
            <a:ext cx="8334000" cy="360000"/>
          </a:xfrm>
        </p:spPr>
        <p:txBody>
          <a:bodyPr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240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de-DE" noProof="0" dirty="0"/>
              <a:t>Zweite Überschrift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8C3BF974-AC03-E162-E1D5-581054EA35BC}"/>
              </a:ext>
            </a:extLst>
          </p:cNvPr>
          <p:cNvSpPr>
            <a:spLocks noGrp="1"/>
          </p:cNvSpPr>
          <p:nvPr>
            <p:ph type="dt" sz="half" idx="14"/>
          </p:nvPr>
        </p:nvSpPr>
        <p:spPr bwMode="gray"/>
        <p:txBody>
          <a:bodyPr/>
          <a:lstStyle/>
          <a:p>
            <a:fld id="{389EA301-FA80-4CD7-855B-3806D9580403}" type="datetime4">
              <a:rPr lang="de-DE" noProof="0" smtClean="0"/>
              <a:t>11. Juli 2024</a:t>
            </a:fld>
            <a:endParaRPr lang="de-DE" noProof="0" dirty="0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58BC0F46-FB52-7EFF-517A-5E1C1A14F9E1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 bwMode="gray"/>
        <p:txBody>
          <a:bodyPr/>
          <a:lstStyle/>
          <a:p>
            <a:r>
              <a:rPr lang="de-DE" noProof="0"/>
              <a:t>Präsentationstitel | Verfasser</a:t>
            </a:r>
            <a:endParaRPr lang="de-DE" noProof="0" dirty="0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24F47F88-CFA0-1C8E-AB4E-16E0190FB64B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 bwMode="gray"/>
        <p:txBody>
          <a:bodyPr/>
          <a:lstStyle/>
          <a:p>
            <a:fld id="{02CEFE82-39F2-4F47-8A0C-D5AB3496FA5C}" type="slidenum">
              <a:rPr lang="de-DE" noProof="0" smtClean="0"/>
              <a:pPr/>
              <a:t>‹#›</a:t>
            </a:fld>
            <a:endParaRPr lang="de-DE" noProof="0" dirty="0"/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4A254BC8-2D1E-43EB-1900-C21EB99DD180}"/>
              </a:ext>
            </a:extLst>
          </p:cNvPr>
          <p:cNvSpPr>
            <a:spLocks noGrp="1"/>
          </p:cNvSpPr>
          <p:nvPr>
            <p:ph sz="quarter" idx="17"/>
          </p:nvPr>
        </p:nvSpPr>
        <p:spPr bwMode="gray">
          <a:xfrm>
            <a:off x="405000" y="1728000"/>
            <a:ext cx="8334000" cy="4140000"/>
          </a:xfrm>
          <a:custGeom>
            <a:avLst/>
            <a:gdLst>
              <a:gd name="connsiteX0" fmla="*/ 0 w 11520000"/>
              <a:gd name="connsiteY0" fmla="*/ 0 h 4298400"/>
              <a:gd name="connsiteX1" fmla="*/ 11520000 w 11520000"/>
              <a:gd name="connsiteY1" fmla="*/ 0 h 4298400"/>
              <a:gd name="connsiteX2" fmla="*/ 11520000 w 11520000"/>
              <a:gd name="connsiteY2" fmla="*/ 4298400 h 4298400"/>
              <a:gd name="connsiteX3" fmla="*/ 0 w 11520000"/>
              <a:gd name="connsiteY3" fmla="*/ 4298400 h 4298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520000" h="4298400">
                <a:moveTo>
                  <a:pt x="0" y="0"/>
                </a:moveTo>
                <a:lnTo>
                  <a:pt x="11520000" y="0"/>
                </a:lnTo>
                <a:lnTo>
                  <a:pt x="11520000" y="4298400"/>
                </a:lnTo>
                <a:lnTo>
                  <a:pt x="0" y="429840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10" name="Textplatzhalter 5">
            <a:extLst>
              <a:ext uri="{FF2B5EF4-FFF2-40B4-BE49-F238E27FC236}">
                <a16:creationId xmlns:a16="http://schemas.microsoft.com/office/drawing/2014/main" id="{76DFD0F5-2CB0-94E3-FC1C-8065D062848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 bwMode="gray">
          <a:xfrm>
            <a:off x="405000" y="6020548"/>
            <a:ext cx="8334000" cy="288000"/>
          </a:xfrm>
        </p:spPr>
        <p:txBody>
          <a:bodyPr anchor="b"/>
          <a:lstStyle>
            <a:lvl1pPr marL="0" indent="0">
              <a:spcAft>
                <a:spcPts val="300"/>
              </a:spcAft>
              <a:buNone/>
              <a:defRPr sz="800"/>
            </a:lvl1pPr>
          </a:lstStyle>
          <a:p>
            <a:pPr lvl="0"/>
            <a:r>
              <a:rPr lang="de-DE" dirty="0"/>
              <a:t>Quellen:</a:t>
            </a:r>
          </a:p>
        </p:txBody>
      </p:sp>
      <p:sp>
        <p:nvSpPr>
          <p:cNvPr id="4" name="Titel 3">
            <a:extLst>
              <a:ext uri="{FF2B5EF4-FFF2-40B4-BE49-F238E27FC236}">
                <a16:creationId xmlns:a16="http://schemas.microsoft.com/office/drawing/2014/main" id="{42AF7C94-4AFE-D848-3FA1-AA561A7DAE99}"/>
              </a:ext>
            </a:extLst>
          </p:cNvPr>
          <p:cNvSpPr>
            <a:spLocks noGrp="1"/>
          </p:cNvSpPr>
          <p:nvPr>
            <p:ph type="title"/>
          </p:nvPr>
        </p:nvSpPr>
        <p:spPr bwMode="gray"/>
        <p:txBody>
          <a:bodyPr/>
          <a:lstStyle/>
          <a:p>
            <a:r>
              <a:rPr lang="de-DE"/>
              <a:t>Mastertitelformat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1052230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Spalten Inhalt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ubtitle"/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405000" y="798303"/>
            <a:ext cx="8334000" cy="360000"/>
          </a:xfrm>
        </p:spPr>
        <p:txBody>
          <a:bodyPr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240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de-DE" noProof="0" dirty="0"/>
              <a:t>Zweite Überschrift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8C3BF974-AC03-E162-E1D5-581054EA35BC}"/>
              </a:ext>
            </a:extLst>
          </p:cNvPr>
          <p:cNvSpPr>
            <a:spLocks noGrp="1"/>
          </p:cNvSpPr>
          <p:nvPr>
            <p:ph type="dt" sz="half" idx="14"/>
          </p:nvPr>
        </p:nvSpPr>
        <p:spPr bwMode="gray"/>
        <p:txBody>
          <a:bodyPr/>
          <a:lstStyle/>
          <a:p>
            <a:fld id="{5056D663-3CE6-4D35-8414-429F5E696139}" type="datetime4">
              <a:rPr lang="de-DE" noProof="0" smtClean="0"/>
              <a:t>11. Juli 2024</a:t>
            </a:fld>
            <a:endParaRPr lang="de-DE" noProof="0" dirty="0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58BC0F46-FB52-7EFF-517A-5E1C1A14F9E1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 bwMode="gray"/>
        <p:txBody>
          <a:bodyPr/>
          <a:lstStyle/>
          <a:p>
            <a:r>
              <a:rPr lang="de-DE" noProof="0"/>
              <a:t>Präsentationstitel | Verfasser</a:t>
            </a:r>
            <a:endParaRPr lang="de-DE" noProof="0" dirty="0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24F47F88-CFA0-1C8E-AB4E-16E0190FB64B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 bwMode="gray"/>
        <p:txBody>
          <a:bodyPr/>
          <a:lstStyle/>
          <a:p>
            <a:fld id="{02CEFE82-39F2-4F47-8A0C-D5AB3496FA5C}" type="slidenum">
              <a:rPr lang="de-DE" noProof="0" smtClean="0"/>
              <a:pPr/>
              <a:t>‹#›</a:t>
            </a:fld>
            <a:endParaRPr lang="de-DE" noProof="0" dirty="0"/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4A254BC8-2D1E-43EB-1900-C21EB99DD180}"/>
              </a:ext>
            </a:extLst>
          </p:cNvPr>
          <p:cNvSpPr>
            <a:spLocks noGrp="1"/>
          </p:cNvSpPr>
          <p:nvPr>
            <p:ph sz="quarter" idx="17"/>
          </p:nvPr>
        </p:nvSpPr>
        <p:spPr bwMode="gray">
          <a:xfrm>
            <a:off x="405000" y="1728000"/>
            <a:ext cx="4050000" cy="4140000"/>
          </a:xfrm>
          <a:custGeom>
            <a:avLst/>
            <a:gdLst>
              <a:gd name="connsiteX0" fmla="*/ 0 w 11520000"/>
              <a:gd name="connsiteY0" fmla="*/ 0 h 4298400"/>
              <a:gd name="connsiteX1" fmla="*/ 11520000 w 11520000"/>
              <a:gd name="connsiteY1" fmla="*/ 0 h 4298400"/>
              <a:gd name="connsiteX2" fmla="*/ 11520000 w 11520000"/>
              <a:gd name="connsiteY2" fmla="*/ 4298400 h 4298400"/>
              <a:gd name="connsiteX3" fmla="*/ 0 w 11520000"/>
              <a:gd name="connsiteY3" fmla="*/ 4298400 h 4298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520000" h="4298400">
                <a:moveTo>
                  <a:pt x="0" y="0"/>
                </a:moveTo>
                <a:lnTo>
                  <a:pt x="11520000" y="0"/>
                </a:lnTo>
                <a:lnTo>
                  <a:pt x="11520000" y="4298400"/>
                </a:lnTo>
                <a:lnTo>
                  <a:pt x="0" y="429840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2" name="Inhaltsplatzhalter 5">
            <a:extLst>
              <a:ext uri="{FF2B5EF4-FFF2-40B4-BE49-F238E27FC236}">
                <a16:creationId xmlns:a16="http://schemas.microsoft.com/office/drawing/2014/main" id="{7D584AB1-5DB0-EA9E-F459-20F8DC8D835F}"/>
              </a:ext>
            </a:extLst>
          </p:cNvPr>
          <p:cNvSpPr>
            <a:spLocks noGrp="1"/>
          </p:cNvSpPr>
          <p:nvPr>
            <p:ph sz="quarter" idx="18"/>
          </p:nvPr>
        </p:nvSpPr>
        <p:spPr bwMode="gray">
          <a:xfrm>
            <a:off x="4689000" y="1728000"/>
            <a:ext cx="4050000" cy="4140000"/>
          </a:xfrm>
          <a:custGeom>
            <a:avLst/>
            <a:gdLst>
              <a:gd name="connsiteX0" fmla="*/ 0 w 11520000"/>
              <a:gd name="connsiteY0" fmla="*/ 0 h 4298400"/>
              <a:gd name="connsiteX1" fmla="*/ 11520000 w 11520000"/>
              <a:gd name="connsiteY1" fmla="*/ 0 h 4298400"/>
              <a:gd name="connsiteX2" fmla="*/ 11520000 w 11520000"/>
              <a:gd name="connsiteY2" fmla="*/ 4298400 h 4298400"/>
              <a:gd name="connsiteX3" fmla="*/ 0 w 11520000"/>
              <a:gd name="connsiteY3" fmla="*/ 4298400 h 4298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520000" h="4298400">
                <a:moveTo>
                  <a:pt x="0" y="0"/>
                </a:moveTo>
                <a:lnTo>
                  <a:pt x="11520000" y="0"/>
                </a:lnTo>
                <a:lnTo>
                  <a:pt x="11520000" y="4298400"/>
                </a:lnTo>
                <a:lnTo>
                  <a:pt x="0" y="429840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4" name="Textplatzhalter 5">
            <a:extLst>
              <a:ext uri="{FF2B5EF4-FFF2-40B4-BE49-F238E27FC236}">
                <a16:creationId xmlns:a16="http://schemas.microsoft.com/office/drawing/2014/main" id="{099263C8-394F-8B8B-EAFA-25F69C3E4509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 bwMode="gray">
          <a:xfrm>
            <a:off x="405000" y="6020548"/>
            <a:ext cx="8334000" cy="288000"/>
          </a:xfrm>
        </p:spPr>
        <p:txBody>
          <a:bodyPr anchor="b"/>
          <a:lstStyle>
            <a:lvl1pPr marL="0" indent="0">
              <a:spcAft>
                <a:spcPts val="300"/>
              </a:spcAft>
              <a:buNone/>
              <a:defRPr sz="800"/>
            </a:lvl1pPr>
          </a:lstStyle>
          <a:p>
            <a:pPr lvl="0"/>
            <a:r>
              <a:rPr lang="de-DE" dirty="0"/>
              <a:t>Quellen:</a:t>
            </a:r>
          </a:p>
        </p:txBody>
      </p:sp>
      <p:sp>
        <p:nvSpPr>
          <p:cNvPr id="10" name="Titel 9">
            <a:extLst>
              <a:ext uri="{FF2B5EF4-FFF2-40B4-BE49-F238E27FC236}">
                <a16:creationId xmlns:a16="http://schemas.microsoft.com/office/drawing/2014/main" id="{3E8EB6F8-30B4-85CB-C663-CA901BCA82D1}"/>
              </a:ext>
            </a:extLst>
          </p:cNvPr>
          <p:cNvSpPr>
            <a:spLocks noGrp="1"/>
          </p:cNvSpPr>
          <p:nvPr>
            <p:ph type="title"/>
          </p:nvPr>
        </p:nvSpPr>
        <p:spPr bwMode="gray"/>
        <p:txBody>
          <a:bodyPr/>
          <a:lstStyle/>
          <a:p>
            <a:r>
              <a:rPr lang="de-DE"/>
              <a:t>Mastertitelformat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33708251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 + Zitat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ubtitle"/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405000" y="798303"/>
            <a:ext cx="8334000" cy="360000"/>
          </a:xfrm>
        </p:spPr>
        <p:txBody>
          <a:bodyPr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240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de-DE" noProof="0" dirty="0"/>
              <a:t>Zweite Überschrift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8C3BF974-AC03-E162-E1D5-581054EA35BC}"/>
              </a:ext>
            </a:extLst>
          </p:cNvPr>
          <p:cNvSpPr>
            <a:spLocks noGrp="1"/>
          </p:cNvSpPr>
          <p:nvPr>
            <p:ph type="dt" sz="half" idx="14"/>
          </p:nvPr>
        </p:nvSpPr>
        <p:spPr bwMode="gray"/>
        <p:txBody>
          <a:bodyPr/>
          <a:lstStyle/>
          <a:p>
            <a:fld id="{C0057E71-A46D-4EB4-AA04-9E0B1DE73B56}" type="datetime4">
              <a:rPr lang="de-DE" noProof="0" smtClean="0"/>
              <a:t>11. Juli 2024</a:t>
            </a:fld>
            <a:endParaRPr lang="de-DE" noProof="0" dirty="0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58BC0F46-FB52-7EFF-517A-5E1C1A14F9E1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 bwMode="gray"/>
        <p:txBody>
          <a:bodyPr/>
          <a:lstStyle/>
          <a:p>
            <a:r>
              <a:rPr lang="de-DE" noProof="0"/>
              <a:t>Präsentationstitel | Verfasser</a:t>
            </a:r>
            <a:endParaRPr lang="de-DE" noProof="0" dirty="0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24F47F88-CFA0-1C8E-AB4E-16E0190FB64B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 bwMode="gray"/>
        <p:txBody>
          <a:bodyPr/>
          <a:lstStyle/>
          <a:p>
            <a:fld id="{02CEFE82-39F2-4F47-8A0C-D5AB3496FA5C}" type="slidenum">
              <a:rPr lang="de-DE" noProof="0" smtClean="0"/>
              <a:pPr/>
              <a:t>‹#›</a:t>
            </a:fld>
            <a:endParaRPr lang="de-DE" noProof="0" dirty="0"/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4A254BC8-2D1E-43EB-1900-C21EB99DD180}"/>
              </a:ext>
            </a:extLst>
          </p:cNvPr>
          <p:cNvSpPr>
            <a:spLocks noGrp="1"/>
          </p:cNvSpPr>
          <p:nvPr>
            <p:ph sz="quarter" idx="17"/>
          </p:nvPr>
        </p:nvSpPr>
        <p:spPr bwMode="gray">
          <a:xfrm>
            <a:off x="405000" y="1728000"/>
            <a:ext cx="4050000" cy="4140000"/>
          </a:xfrm>
          <a:custGeom>
            <a:avLst/>
            <a:gdLst>
              <a:gd name="connsiteX0" fmla="*/ 0 w 11520000"/>
              <a:gd name="connsiteY0" fmla="*/ 0 h 4298400"/>
              <a:gd name="connsiteX1" fmla="*/ 11520000 w 11520000"/>
              <a:gd name="connsiteY1" fmla="*/ 0 h 4298400"/>
              <a:gd name="connsiteX2" fmla="*/ 11520000 w 11520000"/>
              <a:gd name="connsiteY2" fmla="*/ 4298400 h 4298400"/>
              <a:gd name="connsiteX3" fmla="*/ 0 w 11520000"/>
              <a:gd name="connsiteY3" fmla="*/ 4298400 h 4298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520000" h="4298400">
                <a:moveTo>
                  <a:pt x="0" y="0"/>
                </a:moveTo>
                <a:lnTo>
                  <a:pt x="11520000" y="0"/>
                </a:lnTo>
                <a:lnTo>
                  <a:pt x="11520000" y="4298400"/>
                </a:lnTo>
                <a:lnTo>
                  <a:pt x="0" y="429840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2" name="Inhaltsplatzhalter 5">
            <a:extLst>
              <a:ext uri="{FF2B5EF4-FFF2-40B4-BE49-F238E27FC236}">
                <a16:creationId xmlns:a16="http://schemas.microsoft.com/office/drawing/2014/main" id="{7D584AB1-5DB0-EA9E-F459-20F8DC8D835F}"/>
              </a:ext>
            </a:extLst>
          </p:cNvPr>
          <p:cNvSpPr>
            <a:spLocks noGrp="1"/>
          </p:cNvSpPr>
          <p:nvPr>
            <p:ph sz="quarter" idx="18"/>
          </p:nvPr>
        </p:nvSpPr>
        <p:spPr bwMode="gray">
          <a:xfrm>
            <a:off x="4707000" y="1343026"/>
            <a:ext cx="4437000" cy="4965521"/>
          </a:xfrm>
          <a:custGeom>
            <a:avLst/>
            <a:gdLst>
              <a:gd name="connsiteX0" fmla="*/ 0 w 11520000"/>
              <a:gd name="connsiteY0" fmla="*/ 0 h 4298400"/>
              <a:gd name="connsiteX1" fmla="*/ 11520000 w 11520000"/>
              <a:gd name="connsiteY1" fmla="*/ 0 h 4298400"/>
              <a:gd name="connsiteX2" fmla="*/ 11520000 w 11520000"/>
              <a:gd name="connsiteY2" fmla="*/ 4298400 h 4298400"/>
              <a:gd name="connsiteX3" fmla="*/ 0 w 11520000"/>
              <a:gd name="connsiteY3" fmla="*/ 4298400 h 4298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520000" h="4298400">
                <a:moveTo>
                  <a:pt x="0" y="0"/>
                </a:moveTo>
                <a:lnTo>
                  <a:pt x="11520000" y="0"/>
                </a:lnTo>
                <a:lnTo>
                  <a:pt x="11520000" y="4298400"/>
                </a:lnTo>
                <a:lnTo>
                  <a:pt x="0" y="4298400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lIns="720000" tIns="360000" rIns="720000" bIns="360000" anchor="ctr" anchorCtr="0">
            <a:noAutofit/>
          </a:bodyPr>
          <a:lstStyle>
            <a:lvl1pPr marL="0" indent="0">
              <a:lnSpc>
                <a:spcPct val="90000"/>
              </a:lnSpc>
              <a:buNone/>
              <a:defRPr sz="24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4" name="Textplatzhalter 5">
            <a:extLst>
              <a:ext uri="{FF2B5EF4-FFF2-40B4-BE49-F238E27FC236}">
                <a16:creationId xmlns:a16="http://schemas.microsoft.com/office/drawing/2014/main" id="{099263C8-394F-8B8B-EAFA-25F69C3E4509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 bwMode="gray">
          <a:xfrm>
            <a:off x="404999" y="6020548"/>
            <a:ext cx="4050001" cy="288000"/>
          </a:xfrm>
        </p:spPr>
        <p:txBody>
          <a:bodyPr anchor="b"/>
          <a:lstStyle>
            <a:lvl1pPr marL="0" indent="0">
              <a:spcAft>
                <a:spcPts val="300"/>
              </a:spcAft>
              <a:buNone/>
              <a:defRPr sz="800"/>
            </a:lvl1pPr>
          </a:lstStyle>
          <a:p>
            <a:pPr lvl="0"/>
            <a:r>
              <a:rPr lang="de-DE" dirty="0"/>
              <a:t>Quellen:</a:t>
            </a:r>
          </a:p>
        </p:txBody>
      </p:sp>
      <p:sp>
        <p:nvSpPr>
          <p:cNvPr id="10" name="Titel 9">
            <a:extLst>
              <a:ext uri="{FF2B5EF4-FFF2-40B4-BE49-F238E27FC236}">
                <a16:creationId xmlns:a16="http://schemas.microsoft.com/office/drawing/2014/main" id="{9F829BCC-D2CF-50BE-913C-BDC7375BA346}"/>
              </a:ext>
            </a:extLst>
          </p:cNvPr>
          <p:cNvSpPr>
            <a:spLocks noGrp="1"/>
          </p:cNvSpPr>
          <p:nvPr>
            <p:ph type="title"/>
          </p:nvPr>
        </p:nvSpPr>
        <p:spPr bwMode="gray"/>
        <p:txBody>
          <a:bodyPr/>
          <a:lstStyle/>
          <a:p>
            <a:r>
              <a:rPr lang="de-DE"/>
              <a:t>Mastertitelformat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28998518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Spalten Inhalt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ubtitle"/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405000" y="798303"/>
            <a:ext cx="8334000" cy="360000"/>
          </a:xfrm>
        </p:spPr>
        <p:txBody>
          <a:bodyPr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240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de-DE" noProof="0" dirty="0"/>
              <a:t>Zweite Überschrift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8C3BF974-AC03-E162-E1D5-581054EA35BC}"/>
              </a:ext>
            </a:extLst>
          </p:cNvPr>
          <p:cNvSpPr>
            <a:spLocks noGrp="1"/>
          </p:cNvSpPr>
          <p:nvPr>
            <p:ph type="dt" sz="half" idx="14"/>
          </p:nvPr>
        </p:nvSpPr>
        <p:spPr bwMode="gray"/>
        <p:txBody>
          <a:bodyPr/>
          <a:lstStyle/>
          <a:p>
            <a:fld id="{91EFC4A3-7BF0-4E93-A645-24685B17FB36}" type="datetime4">
              <a:rPr lang="de-DE" noProof="0" smtClean="0"/>
              <a:t>11. Juli 2024</a:t>
            </a:fld>
            <a:endParaRPr lang="de-DE" noProof="0" dirty="0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58BC0F46-FB52-7EFF-517A-5E1C1A14F9E1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 bwMode="gray"/>
        <p:txBody>
          <a:bodyPr/>
          <a:lstStyle/>
          <a:p>
            <a:r>
              <a:rPr lang="de-DE" noProof="0"/>
              <a:t>Präsentationstitel | Verfasser</a:t>
            </a:r>
            <a:endParaRPr lang="de-DE" noProof="0" dirty="0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24F47F88-CFA0-1C8E-AB4E-16E0190FB64B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 bwMode="gray"/>
        <p:txBody>
          <a:bodyPr/>
          <a:lstStyle/>
          <a:p>
            <a:fld id="{02CEFE82-39F2-4F47-8A0C-D5AB3496FA5C}" type="slidenum">
              <a:rPr lang="de-DE" noProof="0" smtClean="0"/>
              <a:pPr/>
              <a:t>‹#›</a:t>
            </a:fld>
            <a:endParaRPr lang="de-DE" noProof="0" dirty="0"/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4A254BC8-2D1E-43EB-1900-C21EB99DD180}"/>
              </a:ext>
            </a:extLst>
          </p:cNvPr>
          <p:cNvSpPr>
            <a:spLocks noGrp="1"/>
          </p:cNvSpPr>
          <p:nvPr>
            <p:ph sz="quarter" idx="17"/>
          </p:nvPr>
        </p:nvSpPr>
        <p:spPr bwMode="gray">
          <a:xfrm>
            <a:off x="405000" y="1728000"/>
            <a:ext cx="2646000" cy="4140000"/>
          </a:xfrm>
          <a:custGeom>
            <a:avLst/>
            <a:gdLst>
              <a:gd name="connsiteX0" fmla="*/ 0 w 11520000"/>
              <a:gd name="connsiteY0" fmla="*/ 0 h 4298400"/>
              <a:gd name="connsiteX1" fmla="*/ 11520000 w 11520000"/>
              <a:gd name="connsiteY1" fmla="*/ 0 h 4298400"/>
              <a:gd name="connsiteX2" fmla="*/ 11520000 w 11520000"/>
              <a:gd name="connsiteY2" fmla="*/ 4298400 h 4298400"/>
              <a:gd name="connsiteX3" fmla="*/ 0 w 11520000"/>
              <a:gd name="connsiteY3" fmla="*/ 4298400 h 4298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520000" h="4298400">
                <a:moveTo>
                  <a:pt x="0" y="0"/>
                </a:moveTo>
                <a:lnTo>
                  <a:pt x="11520000" y="0"/>
                </a:lnTo>
                <a:lnTo>
                  <a:pt x="11520000" y="4298400"/>
                </a:lnTo>
                <a:lnTo>
                  <a:pt x="0" y="429840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2" name="Inhaltsplatzhalter 5">
            <a:extLst>
              <a:ext uri="{FF2B5EF4-FFF2-40B4-BE49-F238E27FC236}">
                <a16:creationId xmlns:a16="http://schemas.microsoft.com/office/drawing/2014/main" id="{7D584AB1-5DB0-EA9E-F459-20F8DC8D835F}"/>
              </a:ext>
            </a:extLst>
          </p:cNvPr>
          <p:cNvSpPr>
            <a:spLocks noGrp="1"/>
          </p:cNvSpPr>
          <p:nvPr>
            <p:ph sz="quarter" idx="18"/>
          </p:nvPr>
        </p:nvSpPr>
        <p:spPr bwMode="gray">
          <a:xfrm>
            <a:off x="3249000" y="1728000"/>
            <a:ext cx="2646000" cy="4140000"/>
          </a:xfrm>
          <a:custGeom>
            <a:avLst/>
            <a:gdLst>
              <a:gd name="connsiteX0" fmla="*/ 0 w 11520000"/>
              <a:gd name="connsiteY0" fmla="*/ 0 h 4298400"/>
              <a:gd name="connsiteX1" fmla="*/ 11520000 w 11520000"/>
              <a:gd name="connsiteY1" fmla="*/ 0 h 4298400"/>
              <a:gd name="connsiteX2" fmla="*/ 11520000 w 11520000"/>
              <a:gd name="connsiteY2" fmla="*/ 4298400 h 4298400"/>
              <a:gd name="connsiteX3" fmla="*/ 0 w 11520000"/>
              <a:gd name="connsiteY3" fmla="*/ 4298400 h 4298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520000" h="4298400">
                <a:moveTo>
                  <a:pt x="0" y="0"/>
                </a:moveTo>
                <a:lnTo>
                  <a:pt x="11520000" y="0"/>
                </a:lnTo>
                <a:lnTo>
                  <a:pt x="11520000" y="4298400"/>
                </a:lnTo>
                <a:lnTo>
                  <a:pt x="0" y="429840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4" name="Inhaltsplatzhalter 5">
            <a:extLst>
              <a:ext uri="{FF2B5EF4-FFF2-40B4-BE49-F238E27FC236}">
                <a16:creationId xmlns:a16="http://schemas.microsoft.com/office/drawing/2014/main" id="{09D5253A-D565-7F8D-FD2E-AC147E93B844}"/>
              </a:ext>
            </a:extLst>
          </p:cNvPr>
          <p:cNvSpPr>
            <a:spLocks noGrp="1"/>
          </p:cNvSpPr>
          <p:nvPr>
            <p:ph sz="quarter" idx="19"/>
          </p:nvPr>
        </p:nvSpPr>
        <p:spPr bwMode="gray">
          <a:xfrm>
            <a:off x="6093000" y="1728000"/>
            <a:ext cx="2646000" cy="4140000"/>
          </a:xfrm>
          <a:custGeom>
            <a:avLst/>
            <a:gdLst>
              <a:gd name="connsiteX0" fmla="*/ 0 w 11520000"/>
              <a:gd name="connsiteY0" fmla="*/ 0 h 4298400"/>
              <a:gd name="connsiteX1" fmla="*/ 11520000 w 11520000"/>
              <a:gd name="connsiteY1" fmla="*/ 0 h 4298400"/>
              <a:gd name="connsiteX2" fmla="*/ 11520000 w 11520000"/>
              <a:gd name="connsiteY2" fmla="*/ 4298400 h 4298400"/>
              <a:gd name="connsiteX3" fmla="*/ 0 w 11520000"/>
              <a:gd name="connsiteY3" fmla="*/ 4298400 h 4298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520000" h="4298400">
                <a:moveTo>
                  <a:pt x="0" y="0"/>
                </a:moveTo>
                <a:lnTo>
                  <a:pt x="11520000" y="0"/>
                </a:lnTo>
                <a:lnTo>
                  <a:pt x="11520000" y="4298400"/>
                </a:lnTo>
                <a:lnTo>
                  <a:pt x="0" y="429840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5" name="Textplatzhalter 5">
            <a:extLst>
              <a:ext uri="{FF2B5EF4-FFF2-40B4-BE49-F238E27FC236}">
                <a16:creationId xmlns:a16="http://schemas.microsoft.com/office/drawing/2014/main" id="{76660D08-8E54-FBFD-4E85-8BE84FA93DBB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 bwMode="gray">
          <a:xfrm>
            <a:off x="405000" y="6020548"/>
            <a:ext cx="8334000" cy="288000"/>
          </a:xfrm>
        </p:spPr>
        <p:txBody>
          <a:bodyPr anchor="b"/>
          <a:lstStyle>
            <a:lvl1pPr marL="0" indent="0">
              <a:spcAft>
                <a:spcPts val="300"/>
              </a:spcAft>
              <a:buNone/>
              <a:defRPr sz="800"/>
            </a:lvl1pPr>
          </a:lstStyle>
          <a:p>
            <a:pPr lvl="0"/>
            <a:r>
              <a:rPr lang="de-DE" dirty="0"/>
              <a:t>Quellen:</a:t>
            </a:r>
          </a:p>
        </p:txBody>
      </p:sp>
      <p:sp>
        <p:nvSpPr>
          <p:cNvPr id="11" name="Titel 10">
            <a:extLst>
              <a:ext uri="{FF2B5EF4-FFF2-40B4-BE49-F238E27FC236}">
                <a16:creationId xmlns:a16="http://schemas.microsoft.com/office/drawing/2014/main" id="{F6704622-3633-DCEF-1AB8-368328F6FD39}"/>
              </a:ext>
            </a:extLst>
          </p:cNvPr>
          <p:cNvSpPr>
            <a:spLocks noGrp="1"/>
          </p:cNvSpPr>
          <p:nvPr>
            <p:ph type="title"/>
          </p:nvPr>
        </p:nvSpPr>
        <p:spPr bwMode="gray"/>
        <p:txBody>
          <a:bodyPr/>
          <a:lstStyle/>
          <a:p>
            <a:r>
              <a:rPr lang="de-DE"/>
              <a:t>Mastertitelformat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15775593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Spalten Inhalt 1/3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ubtitle"/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405000" y="798303"/>
            <a:ext cx="8334000" cy="360000"/>
          </a:xfrm>
        </p:spPr>
        <p:txBody>
          <a:bodyPr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240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de-DE" noProof="0" dirty="0"/>
              <a:t>Zweite Überschrift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8C3BF974-AC03-E162-E1D5-581054EA35BC}"/>
              </a:ext>
            </a:extLst>
          </p:cNvPr>
          <p:cNvSpPr>
            <a:spLocks noGrp="1"/>
          </p:cNvSpPr>
          <p:nvPr>
            <p:ph type="dt" sz="half" idx="14"/>
          </p:nvPr>
        </p:nvSpPr>
        <p:spPr bwMode="gray"/>
        <p:txBody>
          <a:bodyPr/>
          <a:lstStyle/>
          <a:p>
            <a:fld id="{70838696-0180-4445-B677-64860308D032}" type="datetime4">
              <a:rPr lang="de-DE" noProof="0" smtClean="0"/>
              <a:t>11. Juli 2024</a:t>
            </a:fld>
            <a:endParaRPr lang="de-DE" noProof="0" dirty="0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58BC0F46-FB52-7EFF-517A-5E1C1A14F9E1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 bwMode="gray"/>
        <p:txBody>
          <a:bodyPr/>
          <a:lstStyle/>
          <a:p>
            <a:r>
              <a:rPr lang="de-DE" noProof="0"/>
              <a:t>Präsentationstitel | Verfasser</a:t>
            </a:r>
            <a:endParaRPr lang="de-DE" noProof="0" dirty="0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24F47F88-CFA0-1C8E-AB4E-16E0190FB64B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 bwMode="gray"/>
        <p:txBody>
          <a:bodyPr/>
          <a:lstStyle/>
          <a:p>
            <a:fld id="{02CEFE82-39F2-4F47-8A0C-D5AB3496FA5C}" type="slidenum">
              <a:rPr lang="de-DE" noProof="0" smtClean="0"/>
              <a:pPr/>
              <a:t>‹#›</a:t>
            </a:fld>
            <a:endParaRPr lang="de-DE" noProof="0" dirty="0"/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4A254BC8-2D1E-43EB-1900-C21EB99DD180}"/>
              </a:ext>
            </a:extLst>
          </p:cNvPr>
          <p:cNvSpPr>
            <a:spLocks noGrp="1"/>
          </p:cNvSpPr>
          <p:nvPr>
            <p:ph sz="quarter" idx="17"/>
          </p:nvPr>
        </p:nvSpPr>
        <p:spPr bwMode="gray">
          <a:xfrm>
            <a:off x="405000" y="1728000"/>
            <a:ext cx="5490001" cy="4140000"/>
          </a:xfrm>
          <a:custGeom>
            <a:avLst/>
            <a:gdLst>
              <a:gd name="connsiteX0" fmla="*/ 0 w 11520000"/>
              <a:gd name="connsiteY0" fmla="*/ 0 h 4298400"/>
              <a:gd name="connsiteX1" fmla="*/ 11520000 w 11520000"/>
              <a:gd name="connsiteY1" fmla="*/ 0 h 4298400"/>
              <a:gd name="connsiteX2" fmla="*/ 11520000 w 11520000"/>
              <a:gd name="connsiteY2" fmla="*/ 4298400 h 4298400"/>
              <a:gd name="connsiteX3" fmla="*/ 0 w 11520000"/>
              <a:gd name="connsiteY3" fmla="*/ 4298400 h 4298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520000" h="4298400">
                <a:moveTo>
                  <a:pt x="0" y="0"/>
                </a:moveTo>
                <a:lnTo>
                  <a:pt x="11520000" y="0"/>
                </a:lnTo>
                <a:lnTo>
                  <a:pt x="11520000" y="4298400"/>
                </a:lnTo>
                <a:lnTo>
                  <a:pt x="0" y="429840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2" name="Inhaltsplatzhalter 5">
            <a:extLst>
              <a:ext uri="{FF2B5EF4-FFF2-40B4-BE49-F238E27FC236}">
                <a16:creationId xmlns:a16="http://schemas.microsoft.com/office/drawing/2014/main" id="{7D584AB1-5DB0-EA9E-F459-20F8DC8D835F}"/>
              </a:ext>
            </a:extLst>
          </p:cNvPr>
          <p:cNvSpPr>
            <a:spLocks noGrp="1"/>
          </p:cNvSpPr>
          <p:nvPr>
            <p:ph sz="quarter" idx="18"/>
          </p:nvPr>
        </p:nvSpPr>
        <p:spPr bwMode="gray">
          <a:xfrm>
            <a:off x="6093000" y="1728000"/>
            <a:ext cx="2646000" cy="4140000"/>
          </a:xfrm>
          <a:custGeom>
            <a:avLst/>
            <a:gdLst>
              <a:gd name="connsiteX0" fmla="*/ 0 w 11520000"/>
              <a:gd name="connsiteY0" fmla="*/ 0 h 4298400"/>
              <a:gd name="connsiteX1" fmla="*/ 11520000 w 11520000"/>
              <a:gd name="connsiteY1" fmla="*/ 0 h 4298400"/>
              <a:gd name="connsiteX2" fmla="*/ 11520000 w 11520000"/>
              <a:gd name="connsiteY2" fmla="*/ 4298400 h 4298400"/>
              <a:gd name="connsiteX3" fmla="*/ 0 w 11520000"/>
              <a:gd name="connsiteY3" fmla="*/ 4298400 h 4298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520000" h="4298400">
                <a:moveTo>
                  <a:pt x="0" y="0"/>
                </a:moveTo>
                <a:lnTo>
                  <a:pt x="11520000" y="0"/>
                </a:lnTo>
                <a:lnTo>
                  <a:pt x="11520000" y="4298400"/>
                </a:lnTo>
                <a:lnTo>
                  <a:pt x="0" y="429840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5" name="Textplatzhalter 5">
            <a:extLst>
              <a:ext uri="{FF2B5EF4-FFF2-40B4-BE49-F238E27FC236}">
                <a16:creationId xmlns:a16="http://schemas.microsoft.com/office/drawing/2014/main" id="{76660D08-8E54-FBFD-4E85-8BE84FA93DBB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 bwMode="gray">
          <a:xfrm>
            <a:off x="405000" y="6020548"/>
            <a:ext cx="8334000" cy="288000"/>
          </a:xfrm>
        </p:spPr>
        <p:txBody>
          <a:bodyPr anchor="b"/>
          <a:lstStyle>
            <a:lvl1pPr marL="0" indent="0">
              <a:spcAft>
                <a:spcPts val="300"/>
              </a:spcAft>
              <a:buNone/>
              <a:defRPr sz="800"/>
            </a:lvl1pPr>
          </a:lstStyle>
          <a:p>
            <a:pPr lvl="0"/>
            <a:r>
              <a:rPr lang="de-DE" dirty="0"/>
              <a:t>Quellen:</a:t>
            </a:r>
          </a:p>
        </p:txBody>
      </p:sp>
      <p:sp>
        <p:nvSpPr>
          <p:cNvPr id="11" name="Titel 10">
            <a:extLst>
              <a:ext uri="{FF2B5EF4-FFF2-40B4-BE49-F238E27FC236}">
                <a16:creationId xmlns:a16="http://schemas.microsoft.com/office/drawing/2014/main" id="{C42605CE-49BE-8277-AA0F-5DDDB9E4539E}"/>
              </a:ext>
            </a:extLst>
          </p:cNvPr>
          <p:cNvSpPr>
            <a:spLocks noGrp="1"/>
          </p:cNvSpPr>
          <p:nvPr>
            <p:ph type="title"/>
          </p:nvPr>
        </p:nvSpPr>
        <p:spPr bwMode="gray"/>
        <p:txBody>
          <a:bodyPr/>
          <a:lstStyle/>
          <a:p>
            <a:r>
              <a:rPr lang="de-DE"/>
              <a:t>Mastertitelformat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20973470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Spalten/2 Zeilen Inhalt 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ubtitle"/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405000" y="798303"/>
            <a:ext cx="8334000" cy="360000"/>
          </a:xfrm>
        </p:spPr>
        <p:txBody>
          <a:bodyPr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240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de-DE" noProof="0" dirty="0"/>
              <a:t>Zweite Überschrift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8C3BF974-AC03-E162-E1D5-581054EA35BC}"/>
              </a:ext>
            </a:extLst>
          </p:cNvPr>
          <p:cNvSpPr>
            <a:spLocks noGrp="1"/>
          </p:cNvSpPr>
          <p:nvPr>
            <p:ph type="dt" sz="half" idx="14"/>
          </p:nvPr>
        </p:nvSpPr>
        <p:spPr bwMode="gray"/>
        <p:txBody>
          <a:bodyPr/>
          <a:lstStyle/>
          <a:p>
            <a:fld id="{13BBD197-B443-4094-947A-7E775B79C310}" type="datetime4">
              <a:rPr lang="de-DE" noProof="0" smtClean="0"/>
              <a:t>11. Juli 2024</a:t>
            </a:fld>
            <a:endParaRPr lang="de-DE" noProof="0" dirty="0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58BC0F46-FB52-7EFF-517A-5E1C1A14F9E1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 bwMode="gray"/>
        <p:txBody>
          <a:bodyPr/>
          <a:lstStyle/>
          <a:p>
            <a:r>
              <a:rPr lang="de-DE" noProof="0"/>
              <a:t>Präsentationstitel | Verfasser</a:t>
            </a:r>
            <a:endParaRPr lang="de-DE" noProof="0" dirty="0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24F47F88-CFA0-1C8E-AB4E-16E0190FB64B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 bwMode="gray"/>
        <p:txBody>
          <a:bodyPr/>
          <a:lstStyle/>
          <a:p>
            <a:fld id="{02CEFE82-39F2-4F47-8A0C-D5AB3496FA5C}" type="slidenum">
              <a:rPr lang="de-DE" noProof="0" smtClean="0"/>
              <a:pPr/>
              <a:t>‹#›</a:t>
            </a:fld>
            <a:endParaRPr lang="de-DE" noProof="0" dirty="0"/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4A254BC8-2D1E-43EB-1900-C21EB99DD180}"/>
              </a:ext>
            </a:extLst>
          </p:cNvPr>
          <p:cNvSpPr>
            <a:spLocks noGrp="1"/>
          </p:cNvSpPr>
          <p:nvPr>
            <p:ph sz="quarter" idx="17"/>
          </p:nvPr>
        </p:nvSpPr>
        <p:spPr bwMode="gray">
          <a:xfrm>
            <a:off x="405000" y="1728000"/>
            <a:ext cx="4050000" cy="2340000"/>
          </a:xfrm>
          <a:custGeom>
            <a:avLst/>
            <a:gdLst>
              <a:gd name="connsiteX0" fmla="*/ 0 w 11520000"/>
              <a:gd name="connsiteY0" fmla="*/ 0 h 4298400"/>
              <a:gd name="connsiteX1" fmla="*/ 11520000 w 11520000"/>
              <a:gd name="connsiteY1" fmla="*/ 0 h 4298400"/>
              <a:gd name="connsiteX2" fmla="*/ 11520000 w 11520000"/>
              <a:gd name="connsiteY2" fmla="*/ 4298400 h 4298400"/>
              <a:gd name="connsiteX3" fmla="*/ 0 w 11520000"/>
              <a:gd name="connsiteY3" fmla="*/ 4298400 h 4298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520000" h="4298400">
                <a:moveTo>
                  <a:pt x="0" y="0"/>
                </a:moveTo>
                <a:lnTo>
                  <a:pt x="11520000" y="0"/>
                </a:lnTo>
                <a:lnTo>
                  <a:pt x="11520000" y="4298400"/>
                </a:lnTo>
                <a:lnTo>
                  <a:pt x="0" y="429840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2" name="Inhaltsplatzhalter 5">
            <a:extLst>
              <a:ext uri="{FF2B5EF4-FFF2-40B4-BE49-F238E27FC236}">
                <a16:creationId xmlns:a16="http://schemas.microsoft.com/office/drawing/2014/main" id="{7D584AB1-5DB0-EA9E-F459-20F8DC8D835F}"/>
              </a:ext>
            </a:extLst>
          </p:cNvPr>
          <p:cNvSpPr>
            <a:spLocks noGrp="1"/>
          </p:cNvSpPr>
          <p:nvPr>
            <p:ph sz="quarter" idx="18"/>
          </p:nvPr>
        </p:nvSpPr>
        <p:spPr bwMode="gray">
          <a:xfrm>
            <a:off x="4689000" y="1728000"/>
            <a:ext cx="4050000" cy="2340000"/>
          </a:xfrm>
          <a:custGeom>
            <a:avLst/>
            <a:gdLst>
              <a:gd name="connsiteX0" fmla="*/ 0 w 11520000"/>
              <a:gd name="connsiteY0" fmla="*/ 0 h 4298400"/>
              <a:gd name="connsiteX1" fmla="*/ 11520000 w 11520000"/>
              <a:gd name="connsiteY1" fmla="*/ 0 h 4298400"/>
              <a:gd name="connsiteX2" fmla="*/ 11520000 w 11520000"/>
              <a:gd name="connsiteY2" fmla="*/ 4298400 h 4298400"/>
              <a:gd name="connsiteX3" fmla="*/ 0 w 11520000"/>
              <a:gd name="connsiteY3" fmla="*/ 4298400 h 4298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520000" h="4298400">
                <a:moveTo>
                  <a:pt x="0" y="0"/>
                </a:moveTo>
                <a:lnTo>
                  <a:pt x="11520000" y="0"/>
                </a:lnTo>
                <a:lnTo>
                  <a:pt x="11520000" y="4298400"/>
                </a:lnTo>
                <a:lnTo>
                  <a:pt x="0" y="429840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4" name="Textplatzhalter 5">
            <a:extLst>
              <a:ext uri="{FF2B5EF4-FFF2-40B4-BE49-F238E27FC236}">
                <a16:creationId xmlns:a16="http://schemas.microsoft.com/office/drawing/2014/main" id="{099263C8-394F-8B8B-EAFA-25F69C3E4509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 bwMode="gray">
          <a:xfrm>
            <a:off x="405000" y="6020548"/>
            <a:ext cx="8334000" cy="288000"/>
          </a:xfrm>
        </p:spPr>
        <p:txBody>
          <a:bodyPr anchor="b"/>
          <a:lstStyle>
            <a:lvl1pPr marL="0" indent="0">
              <a:spcAft>
                <a:spcPts val="300"/>
              </a:spcAft>
              <a:buNone/>
              <a:defRPr sz="800"/>
            </a:lvl1pPr>
          </a:lstStyle>
          <a:p>
            <a:pPr lvl="0"/>
            <a:r>
              <a:rPr lang="de-DE" dirty="0"/>
              <a:t>Quellen:</a:t>
            </a:r>
          </a:p>
        </p:txBody>
      </p:sp>
      <p:sp>
        <p:nvSpPr>
          <p:cNvPr id="10" name="Inhaltsplatzhalter 5">
            <a:extLst>
              <a:ext uri="{FF2B5EF4-FFF2-40B4-BE49-F238E27FC236}">
                <a16:creationId xmlns:a16="http://schemas.microsoft.com/office/drawing/2014/main" id="{1829BD12-AEEB-27EA-6591-86E13871D9B0}"/>
              </a:ext>
            </a:extLst>
          </p:cNvPr>
          <p:cNvSpPr>
            <a:spLocks noGrp="1"/>
          </p:cNvSpPr>
          <p:nvPr>
            <p:ph sz="quarter" idx="21"/>
          </p:nvPr>
        </p:nvSpPr>
        <p:spPr bwMode="gray">
          <a:xfrm>
            <a:off x="405000" y="4346076"/>
            <a:ext cx="4050000" cy="1521925"/>
          </a:xfrm>
          <a:custGeom>
            <a:avLst/>
            <a:gdLst>
              <a:gd name="connsiteX0" fmla="*/ 0 w 11520000"/>
              <a:gd name="connsiteY0" fmla="*/ 0 h 4298400"/>
              <a:gd name="connsiteX1" fmla="*/ 11520000 w 11520000"/>
              <a:gd name="connsiteY1" fmla="*/ 0 h 4298400"/>
              <a:gd name="connsiteX2" fmla="*/ 11520000 w 11520000"/>
              <a:gd name="connsiteY2" fmla="*/ 4298400 h 4298400"/>
              <a:gd name="connsiteX3" fmla="*/ 0 w 11520000"/>
              <a:gd name="connsiteY3" fmla="*/ 4298400 h 4298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520000" h="4298400">
                <a:moveTo>
                  <a:pt x="0" y="0"/>
                </a:moveTo>
                <a:lnTo>
                  <a:pt x="11520000" y="0"/>
                </a:lnTo>
                <a:lnTo>
                  <a:pt x="11520000" y="4298400"/>
                </a:lnTo>
                <a:lnTo>
                  <a:pt x="0" y="4298400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algn="ctr">
              <a:defRPr/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11" name="Inhaltsplatzhalter 5">
            <a:extLst>
              <a:ext uri="{FF2B5EF4-FFF2-40B4-BE49-F238E27FC236}">
                <a16:creationId xmlns:a16="http://schemas.microsoft.com/office/drawing/2014/main" id="{5A407BCC-BE92-C697-C914-2586840781D0}"/>
              </a:ext>
            </a:extLst>
          </p:cNvPr>
          <p:cNvSpPr>
            <a:spLocks noGrp="1"/>
          </p:cNvSpPr>
          <p:nvPr>
            <p:ph sz="quarter" idx="22"/>
          </p:nvPr>
        </p:nvSpPr>
        <p:spPr bwMode="gray">
          <a:xfrm>
            <a:off x="4689000" y="4346076"/>
            <a:ext cx="4050000" cy="1521925"/>
          </a:xfrm>
          <a:custGeom>
            <a:avLst/>
            <a:gdLst>
              <a:gd name="connsiteX0" fmla="*/ 0 w 11520000"/>
              <a:gd name="connsiteY0" fmla="*/ 0 h 4298400"/>
              <a:gd name="connsiteX1" fmla="*/ 11520000 w 11520000"/>
              <a:gd name="connsiteY1" fmla="*/ 0 h 4298400"/>
              <a:gd name="connsiteX2" fmla="*/ 11520000 w 11520000"/>
              <a:gd name="connsiteY2" fmla="*/ 4298400 h 4298400"/>
              <a:gd name="connsiteX3" fmla="*/ 0 w 11520000"/>
              <a:gd name="connsiteY3" fmla="*/ 4298400 h 4298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520000" h="4298400">
                <a:moveTo>
                  <a:pt x="0" y="0"/>
                </a:moveTo>
                <a:lnTo>
                  <a:pt x="11520000" y="0"/>
                </a:lnTo>
                <a:lnTo>
                  <a:pt x="11520000" y="4298400"/>
                </a:lnTo>
                <a:lnTo>
                  <a:pt x="0" y="4298400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algn="ctr">
              <a:defRPr/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12" name="Titel 11">
            <a:extLst>
              <a:ext uri="{FF2B5EF4-FFF2-40B4-BE49-F238E27FC236}">
                <a16:creationId xmlns:a16="http://schemas.microsoft.com/office/drawing/2014/main" id="{DD5AA098-077A-FC1F-E4C1-4E1DDEA8F9CB}"/>
              </a:ext>
            </a:extLst>
          </p:cNvPr>
          <p:cNvSpPr>
            <a:spLocks noGrp="1"/>
          </p:cNvSpPr>
          <p:nvPr>
            <p:ph type="title"/>
          </p:nvPr>
        </p:nvSpPr>
        <p:spPr bwMode="gray"/>
        <p:txBody>
          <a:bodyPr/>
          <a:lstStyle/>
          <a:p>
            <a:r>
              <a:rPr lang="de-DE"/>
              <a:t>Mastertitelformat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23412845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 Inhalt + Bild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ubtitle"/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405000" y="798303"/>
            <a:ext cx="8334000" cy="360000"/>
          </a:xfrm>
        </p:spPr>
        <p:txBody>
          <a:bodyPr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240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de-DE" noProof="0" dirty="0"/>
              <a:t>Zweite Überschrift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8C3BF974-AC03-E162-E1D5-581054EA35BC}"/>
              </a:ext>
            </a:extLst>
          </p:cNvPr>
          <p:cNvSpPr>
            <a:spLocks noGrp="1"/>
          </p:cNvSpPr>
          <p:nvPr>
            <p:ph type="dt" sz="half" idx="14"/>
          </p:nvPr>
        </p:nvSpPr>
        <p:spPr bwMode="gray"/>
        <p:txBody>
          <a:bodyPr/>
          <a:lstStyle/>
          <a:p>
            <a:fld id="{B848F595-3A53-4465-A9D4-7161448B6804}" type="datetime4">
              <a:rPr lang="de-DE" noProof="0" smtClean="0"/>
              <a:t>11. Juli 2024</a:t>
            </a:fld>
            <a:endParaRPr lang="de-DE" noProof="0" dirty="0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58BC0F46-FB52-7EFF-517A-5E1C1A14F9E1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 bwMode="gray"/>
        <p:txBody>
          <a:bodyPr/>
          <a:lstStyle/>
          <a:p>
            <a:r>
              <a:rPr lang="de-DE" noProof="0"/>
              <a:t>Präsentationstitel | Verfasser</a:t>
            </a:r>
            <a:endParaRPr lang="de-DE" noProof="0" dirty="0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24F47F88-CFA0-1C8E-AB4E-16E0190FB64B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 bwMode="gray"/>
        <p:txBody>
          <a:bodyPr/>
          <a:lstStyle/>
          <a:p>
            <a:fld id="{02CEFE82-39F2-4F47-8A0C-D5AB3496FA5C}" type="slidenum">
              <a:rPr lang="de-DE" noProof="0" smtClean="0"/>
              <a:pPr/>
              <a:t>‹#›</a:t>
            </a:fld>
            <a:endParaRPr lang="de-DE" noProof="0" dirty="0"/>
          </a:p>
        </p:txBody>
      </p:sp>
      <p:sp>
        <p:nvSpPr>
          <p:cNvPr id="2" name="Textplatzhalter 5">
            <a:extLst>
              <a:ext uri="{FF2B5EF4-FFF2-40B4-BE49-F238E27FC236}">
                <a16:creationId xmlns:a16="http://schemas.microsoft.com/office/drawing/2014/main" id="{232CE0CD-5802-9B2B-4432-3C6EFA497752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 bwMode="gray">
          <a:xfrm>
            <a:off x="404999" y="6020548"/>
            <a:ext cx="8334001" cy="288000"/>
          </a:xfrm>
        </p:spPr>
        <p:txBody>
          <a:bodyPr anchor="b"/>
          <a:lstStyle>
            <a:lvl1pPr marL="0" indent="0">
              <a:spcAft>
                <a:spcPts val="300"/>
              </a:spcAft>
              <a:buNone/>
              <a:defRPr sz="800"/>
            </a:lvl1pPr>
          </a:lstStyle>
          <a:p>
            <a:pPr lvl="0"/>
            <a:r>
              <a:rPr lang="de-DE" dirty="0"/>
              <a:t>Quellen:</a:t>
            </a:r>
          </a:p>
        </p:txBody>
      </p:sp>
      <p:sp>
        <p:nvSpPr>
          <p:cNvPr id="4" name="Inhaltsplatzhalter 5">
            <a:extLst>
              <a:ext uri="{FF2B5EF4-FFF2-40B4-BE49-F238E27FC236}">
                <a16:creationId xmlns:a16="http://schemas.microsoft.com/office/drawing/2014/main" id="{4FA07D1B-54B2-26D7-4D67-D390D233BD82}"/>
              </a:ext>
            </a:extLst>
          </p:cNvPr>
          <p:cNvSpPr>
            <a:spLocks noGrp="1"/>
          </p:cNvSpPr>
          <p:nvPr>
            <p:ph sz="quarter" idx="17"/>
          </p:nvPr>
        </p:nvSpPr>
        <p:spPr bwMode="gray">
          <a:xfrm>
            <a:off x="404999" y="1728000"/>
            <a:ext cx="5490001" cy="4140000"/>
          </a:xfrm>
          <a:custGeom>
            <a:avLst/>
            <a:gdLst>
              <a:gd name="connsiteX0" fmla="*/ 0 w 11520000"/>
              <a:gd name="connsiteY0" fmla="*/ 0 h 4298400"/>
              <a:gd name="connsiteX1" fmla="*/ 11520000 w 11520000"/>
              <a:gd name="connsiteY1" fmla="*/ 0 h 4298400"/>
              <a:gd name="connsiteX2" fmla="*/ 11520000 w 11520000"/>
              <a:gd name="connsiteY2" fmla="*/ 4298400 h 4298400"/>
              <a:gd name="connsiteX3" fmla="*/ 0 w 11520000"/>
              <a:gd name="connsiteY3" fmla="*/ 4298400 h 4298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520000" h="4298400">
                <a:moveTo>
                  <a:pt x="0" y="0"/>
                </a:moveTo>
                <a:lnTo>
                  <a:pt x="11520000" y="0"/>
                </a:lnTo>
                <a:lnTo>
                  <a:pt x="11520000" y="4298400"/>
                </a:lnTo>
                <a:lnTo>
                  <a:pt x="0" y="429840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5" name="Bildplatzhalter 4">
            <a:extLst>
              <a:ext uri="{FF2B5EF4-FFF2-40B4-BE49-F238E27FC236}">
                <a16:creationId xmlns:a16="http://schemas.microsoft.com/office/drawing/2014/main" id="{D7C1557C-A730-DBA3-D376-FB3097FEF3AF}"/>
              </a:ext>
            </a:extLst>
          </p:cNvPr>
          <p:cNvSpPr>
            <a:spLocks noGrp="1" noChangeAspect="1"/>
          </p:cNvSpPr>
          <p:nvPr>
            <p:ph type="pic" sz="quarter" idx="10"/>
          </p:nvPr>
        </p:nvSpPr>
        <p:spPr bwMode="gray">
          <a:xfrm>
            <a:off x="6093000" y="1341674"/>
            <a:ext cx="3051000" cy="4526327"/>
          </a:xfrm>
          <a:custGeom>
            <a:avLst/>
            <a:gdLst>
              <a:gd name="connsiteX0" fmla="*/ 0 w 11520000"/>
              <a:gd name="connsiteY0" fmla="*/ 0 h 4298400"/>
              <a:gd name="connsiteX1" fmla="*/ 11520000 w 11520000"/>
              <a:gd name="connsiteY1" fmla="*/ 0 h 4298400"/>
              <a:gd name="connsiteX2" fmla="*/ 11520000 w 11520000"/>
              <a:gd name="connsiteY2" fmla="*/ 4298400 h 4298400"/>
              <a:gd name="connsiteX3" fmla="*/ 0 w 11520000"/>
              <a:gd name="connsiteY3" fmla="*/ 4298400 h 4298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520000" h="4298400">
                <a:moveTo>
                  <a:pt x="0" y="0"/>
                </a:moveTo>
                <a:lnTo>
                  <a:pt x="11520000" y="0"/>
                </a:lnTo>
                <a:lnTo>
                  <a:pt x="11520000" y="4298400"/>
                </a:lnTo>
                <a:lnTo>
                  <a:pt x="0" y="4298400"/>
                </a:lnTo>
                <a:close/>
              </a:path>
            </a:pathLst>
          </a:custGeom>
          <a:solidFill>
            <a:schemeClr val="accent2">
              <a:lumMod val="20000"/>
              <a:lumOff val="80000"/>
            </a:schemeClr>
          </a:solidFill>
        </p:spPr>
        <p:txBody>
          <a:bodyPr wrap="square">
            <a:noAutofit/>
          </a:bodyPr>
          <a:lstStyle>
            <a:lvl1pPr marL="0" indent="0" algn="ctr">
              <a:buNone/>
              <a:defRPr sz="750" b="1"/>
            </a:lvl1pPr>
          </a:lstStyle>
          <a:p>
            <a:endParaRPr lang="de-DE" dirty="0"/>
          </a:p>
          <a:p>
            <a:r>
              <a:rPr lang="de-DE" dirty="0"/>
              <a:t>Bildplatzhalter:</a:t>
            </a:r>
            <a:br>
              <a:rPr lang="de-DE" dirty="0"/>
            </a:br>
            <a:r>
              <a:rPr lang="de-DE" dirty="0"/>
              <a:t>Bild durch Klicken auf Symbol hinzufügen</a:t>
            </a:r>
          </a:p>
        </p:txBody>
      </p:sp>
      <p:sp>
        <p:nvSpPr>
          <p:cNvPr id="12" name="Textplatzhalter 11">
            <a:extLst>
              <a:ext uri="{FF2B5EF4-FFF2-40B4-BE49-F238E27FC236}">
                <a16:creationId xmlns:a16="http://schemas.microsoft.com/office/drawing/2014/main" id="{1ADDAAD3-8C90-C436-2FB2-C0E7F7F8A1AB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 bwMode="gray">
          <a:xfrm>
            <a:off x="6093001" y="5254672"/>
            <a:ext cx="3051000" cy="613328"/>
          </a:xfrm>
          <a:solidFill>
            <a:schemeClr val="bg1">
              <a:alpha val="90000"/>
            </a:schemeClr>
          </a:solidFill>
        </p:spPr>
        <p:txBody>
          <a:bodyPr wrap="square" lIns="180000" tIns="180000" rIns="180000" bIns="180000" anchor="b" anchorCtr="0">
            <a:spAutoFit/>
          </a:bodyPr>
          <a:lstStyle>
            <a:lvl1pPr marL="0" indent="0">
              <a:buNone/>
              <a:defRPr b="1">
                <a:solidFill>
                  <a:schemeClr val="tx1"/>
                </a:solidFill>
              </a:defRPr>
            </a:lvl1pPr>
            <a:lvl2pPr marL="337534" indent="0">
              <a:buNone/>
              <a:defRPr/>
            </a:lvl2pPr>
          </a:lstStyle>
          <a:p>
            <a:pPr lvl="0"/>
            <a:r>
              <a:rPr lang="de-DE" dirty="0"/>
              <a:t>Bildbeschreibung</a:t>
            </a:r>
          </a:p>
        </p:txBody>
      </p:sp>
      <p:sp>
        <p:nvSpPr>
          <p:cNvPr id="10" name="Titel 9">
            <a:extLst>
              <a:ext uri="{FF2B5EF4-FFF2-40B4-BE49-F238E27FC236}">
                <a16:creationId xmlns:a16="http://schemas.microsoft.com/office/drawing/2014/main" id="{3603200A-B42E-C767-1DD0-21C808631452}"/>
              </a:ext>
            </a:extLst>
          </p:cNvPr>
          <p:cNvSpPr>
            <a:spLocks noGrp="1"/>
          </p:cNvSpPr>
          <p:nvPr>
            <p:ph type="title"/>
          </p:nvPr>
        </p:nvSpPr>
        <p:spPr bwMode="gray"/>
        <p:txBody>
          <a:bodyPr/>
          <a:lstStyle/>
          <a:p>
            <a:r>
              <a:rPr lang="de-DE"/>
              <a:t>Mastertitelformat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41459257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 Inhalt + Bild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: Shape 8">
            <a:extLst>
              <a:ext uri="{FF2B5EF4-FFF2-40B4-BE49-F238E27FC236}">
                <a16:creationId xmlns:a16="http://schemas.microsoft.com/office/drawing/2014/main" id="{B8B98916-DB96-E7E1-BF37-247A5861035C}"/>
              </a:ext>
            </a:extLst>
          </p:cNvPr>
          <p:cNvSpPr/>
          <p:nvPr userDrawn="1"/>
        </p:nvSpPr>
        <p:spPr bwMode="gray">
          <a:xfrm>
            <a:off x="6808090" y="1343026"/>
            <a:ext cx="2335910" cy="4965522"/>
          </a:xfrm>
          <a:custGeom>
            <a:avLst/>
            <a:gdLst>
              <a:gd name="connsiteX0" fmla="*/ 0 w 12192000"/>
              <a:gd name="connsiteY0" fmla="*/ 0 h 3429000"/>
              <a:gd name="connsiteX1" fmla="*/ 12192000 w 12192000"/>
              <a:gd name="connsiteY1" fmla="*/ 0 h 3429000"/>
              <a:gd name="connsiteX2" fmla="*/ 12192000 w 12192000"/>
              <a:gd name="connsiteY2" fmla="*/ 3429000 h 3429000"/>
              <a:gd name="connsiteX3" fmla="*/ 0 w 12192000"/>
              <a:gd name="connsiteY3" fmla="*/ 3429000 h 3429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3429000">
                <a:moveTo>
                  <a:pt x="0" y="0"/>
                </a:moveTo>
                <a:lnTo>
                  <a:pt x="12192000" y="0"/>
                </a:lnTo>
                <a:lnTo>
                  <a:pt x="12192000" y="3429000"/>
                </a:lnTo>
                <a:lnTo>
                  <a:pt x="0" y="34290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350" dirty="0">
              <a:solidFill>
                <a:schemeClr val="accent2"/>
              </a:solidFill>
            </a:endParaRPr>
          </a:p>
        </p:txBody>
      </p:sp>
      <p:sp>
        <p:nvSpPr>
          <p:cNvPr id="13" name="Subtitle"/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405000" y="798303"/>
            <a:ext cx="8334000" cy="360000"/>
          </a:xfrm>
        </p:spPr>
        <p:txBody>
          <a:bodyPr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240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de-DE" noProof="0" dirty="0"/>
              <a:t>Zweite Überschrift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8C3BF974-AC03-E162-E1D5-581054EA35BC}"/>
              </a:ext>
            </a:extLst>
          </p:cNvPr>
          <p:cNvSpPr>
            <a:spLocks noGrp="1"/>
          </p:cNvSpPr>
          <p:nvPr>
            <p:ph type="dt" sz="half" idx="14"/>
          </p:nvPr>
        </p:nvSpPr>
        <p:spPr bwMode="gray"/>
        <p:txBody>
          <a:bodyPr/>
          <a:lstStyle/>
          <a:p>
            <a:fld id="{396EA9BF-EB8A-4913-8C74-5DF64DAF5843}" type="datetime4">
              <a:rPr lang="de-DE" noProof="0" smtClean="0"/>
              <a:t>11. Juli 2024</a:t>
            </a:fld>
            <a:endParaRPr lang="de-DE" noProof="0" dirty="0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58BC0F46-FB52-7EFF-517A-5E1C1A14F9E1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 bwMode="gray"/>
        <p:txBody>
          <a:bodyPr/>
          <a:lstStyle/>
          <a:p>
            <a:r>
              <a:rPr lang="de-DE" noProof="0"/>
              <a:t>Präsentationstitel | Verfasser</a:t>
            </a:r>
            <a:endParaRPr lang="de-DE" noProof="0" dirty="0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24F47F88-CFA0-1C8E-AB4E-16E0190FB64B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 bwMode="gray"/>
        <p:txBody>
          <a:bodyPr/>
          <a:lstStyle/>
          <a:p>
            <a:fld id="{02CEFE82-39F2-4F47-8A0C-D5AB3496FA5C}" type="slidenum">
              <a:rPr lang="de-DE" noProof="0" smtClean="0"/>
              <a:pPr/>
              <a:t>‹#›</a:t>
            </a:fld>
            <a:endParaRPr lang="de-DE" noProof="0" dirty="0"/>
          </a:p>
        </p:txBody>
      </p:sp>
      <p:sp>
        <p:nvSpPr>
          <p:cNvPr id="2" name="Textplatzhalter 5">
            <a:extLst>
              <a:ext uri="{FF2B5EF4-FFF2-40B4-BE49-F238E27FC236}">
                <a16:creationId xmlns:a16="http://schemas.microsoft.com/office/drawing/2014/main" id="{232CE0CD-5802-9B2B-4432-3C6EFA497752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 bwMode="gray">
          <a:xfrm>
            <a:off x="405001" y="6020548"/>
            <a:ext cx="4049999" cy="288000"/>
          </a:xfrm>
        </p:spPr>
        <p:txBody>
          <a:bodyPr anchor="b"/>
          <a:lstStyle>
            <a:lvl1pPr marL="0" indent="0">
              <a:spcAft>
                <a:spcPts val="300"/>
              </a:spcAft>
              <a:buNone/>
              <a:defRPr sz="800"/>
            </a:lvl1pPr>
          </a:lstStyle>
          <a:p>
            <a:pPr lvl="0"/>
            <a:r>
              <a:rPr lang="de-DE" dirty="0"/>
              <a:t>Quellen:</a:t>
            </a:r>
          </a:p>
        </p:txBody>
      </p:sp>
      <p:sp>
        <p:nvSpPr>
          <p:cNvPr id="4" name="Inhaltsplatzhalter 5">
            <a:extLst>
              <a:ext uri="{FF2B5EF4-FFF2-40B4-BE49-F238E27FC236}">
                <a16:creationId xmlns:a16="http://schemas.microsoft.com/office/drawing/2014/main" id="{4FA07D1B-54B2-26D7-4D67-D390D233BD82}"/>
              </a:ext>
            </a:extLst>
          </p:cNvPr>
          <p:cNvSpPr>
            <a:spLocks noGrp="1"/>
          </p:cNvSpPr>
          <p:nvPr>
            <p:ph sz="quarter" idx="17"/>
          </p:nvPr>
        </p:nvSpPr>
        <p:spPr bwMode="gray">
          <a:xfrm>
            <a:off x="405000" y="1728000"/>
            <a:ext cx="4050000" cy="4140000"/>
          </a:xfrm>
          <a:custGeom>
            <a:avLst/>
            <a:gdLst>
              <a:gd name="connsiteX0" fmla="*/ 0 w 11520000"/>
              <a:gd name="connsiteY0" fmla="*/ 0 h 4298400"/>
              <a:gd name="connsiteX1" fmla="*/ 11520000 w 11520000"/>
              <a:gd name="connsiteY1" fmla="*/ 0 h 4298400"/>
              <a:gd name="connsiteX2" fmla="*/ 11520000 w 11520000"/>
              <a:gd name="connsiteY2" fmla="*/ 4298400 h 4298400"/>
              <a:gd name="connsiteX3" fmla="*/ 0 w 11520000"/>
              <a:gd name="connsiteY3" fmla="*/ 4298400 h 4298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520000" h="4298400">
                <a:moveTo>
                  <a:pt x="0" y="0"/>
                </a:moveTo>
                <a:lnTo>
                  <a:pt x="11520000" y="0"/>
                </a:lnTo>
                <a:lnTo>
                  <a:pt x="11520000" y="4298400"/>
                </a:lnTo>
                <a:lnTo>
                  <a:pt x="0" y="429840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5" name="Bildplatzhalter 4">
            <a:extLst>
              <a:ext uri="{FF2B5EF4-FFF2-40B4-BE49-F238E27FC236}">
                <a16:creationId xmlns:a16="http://schemas.microsoft.com/office/drawing/2014/main" id="{D7C1557C-A730-DBA3-D376-FB3097FEF3AF}"/>
              </a:ext>
            </a:extLst>
          </p:cNvPr>
          <p:cNvSpPr>
            <a:spLocks noGrp="1" noChangeAspect="1"/>
          </p:cNvSpPr>
          <p:nvPr>
            <p:ph type="pic" sz="quarter" idx="10"/>
          </p:nvPr>
        </p:nvSpPr>
        <p:spPr bwMode="gray">
          <a:xfrm>
            <a:off x="4689000" y="1728000"/>
            <a:ext cx="4050000" cy="4158481"/>
          </a:xfrm>
          <a:custGeom>
            <a:avLst/>
            <a:gdLst>
              <a:gd name="connsiteX0" fmla="*/ 0 w 11520000"/>
              <a:gd name="connsiteY0" fmla="*/ 0 h 4298400"/>
              <a:gd name="connsiteX1" fmla="*/ 11520000 w 11520000"/>
              <a:gd name="connsiteY1" fmla="*/ 0 h 4298400"/>
              <a:gd name="connsiteX2" fmla="*/ 11520000 w 11520000"/>
              <a:gd name="connsiteY2" fmla="*/ 4298400 h 4298400"/>
              <a:gd name="connsiteX3" fmla="*/ 0 w 11520000"/>
              <a:gd name="connsiteY3" fmla="*/ 4298400 h 4298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520000" h="4298400">
                <a:moveTo>
                  <a:pt x="0" y="0"/>
                </a:moveTo>
                <a:lnTo>
                  <a:pt x="11520000" y="0"/>
                </a:lnTo>
                <a:lnTo>
                  <a:pt x="11520000" y="4298400"/>
                </a:lnTo>
                <a:lnTo>
                  <a:pt x="0" y="4298400"/>
                </a:lnTo>
                <a:close/>
              </a:path>
            </a:pathLst>
          </a:custGeom>
          <a:solidFill>
            <a:schemeClr val="accent2">
              <a:lumMod val="20000"/>
              <a:lumOff val="80000"/>
            </a:schemeClr>
          </a:solidFill>
        </p:spPr>
        <p:txBody>
          <a:bodyPr wrap="square">
            <a:noAutofit/>
          </a:bodyPr>
          <a:lstStyle>
            <a:lvl1pPr marL="0" indent="0" algn="ctr">
              <a:buNone/>
              <a:defRPr sz="750" b="1"/>
            </a:lvl1pPr>
          </a:lstStyle>
          <a:p>
            <a:endParaRPr lang="de-DE" dirty="0"/>
          </a:p>
          <a:p>
            <a:r>
              <a:rPr lang="de-DE" dirty="0"/>
              <a:t>Bildplatzhalter:</a:t>
            </a:r>
            <a:br>
              <a:rPr lang="de-DE" dirty="0"/>
            </a:br>
            <a:r>
              <a:rPr lang="de-DE" dirty="0"/>
              <a:t>Bild durch Klicken auf Symbol hinzufügen</a:t>
            </a:r>
          </a:p>
        </p:txBody>
      </p:sp>
      <p:sp>
        <p:nvSpPr>
          <p:cNvPr id="11" name="Titel 10">
            <a:extLst>
              <a:ext uri="{FF2B5EF4-FFF2-40B4-BE49-F238E27FC236}">
                <a16:creationId xmlns:a16="http://schemas.microsoft.com/office/drawing/2014/main" id="{5B3ED9D5-B64F-F92B-1C09-5E6FB74FDB12}"/>
              </a:ext>
            </a:extLst>
          </p:cNvPr>
          <p:cNvSpPr>
            <a:spLocks noGrp="1"/>
          </p:cNvSpPr>
          <p:nvPr>
            <p:ph type="title"/>
          </p:nvPr>
        </p:nvSpPr>
        <p:spPr bwMode="gray"/>
        <p:txBody>
          <a:bodyPr/>
          <a:lstStyle/>
          <a:p>
            <a:r>
              <a:rPr lang="de-DE"/>
              <a:t>Mastertitelformat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15947693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 Inhalt + Bilder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ubtitle"/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405000" y="798303"/>
            <a:ext cx="8334000" cy="360000"/>
          </a:xfrm>
        </p:spPr>
        <p:txBody>
          <a:bodyPr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240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de-DE" noProof="0" dirty="0"/>
              <a:t>Zweite Überschrift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8C3BF974-AC03-E162-E1D5-581054EA35BC}"/>
              </a:ext>
            </a:extLst>
          </p:cNvPr>
          <p:cNvSpPr>
            <a:spLocks noGrp="1"/>
          </p:cNvSpPr>
          <p:nvPr>
            <p:ph type="dt" sz="half" idx="14"/>
          </p:nvPr>
        </p:nvSpPr>
        <p:spPr bwMode="gray"/>
        <p:txBody>
          <a:bodyPr/>
          <a:lstStyle/>
          <a:p>
            <a:fld id="{AF28F8B0-0C1E-411F-AA6B-DC5D3064A0D5}" type="datetime4">
              <a:rPr lang="de-DE" noProof="0" smtClean="0"/>
              <a:t>11. Juli 2024</a:t>
            </a:fld>
            <a:endParaRPr lang="de-DE" noProof="0" dirty="0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58BC0F46-FB52-7EFF-517A-5E1C1A14F9E1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 bwMode="gray"/>
        <p:txBody>
          <a:bodyPr/>
          <a:lstStyle/>
          <a:p>
            <a:r>
              <a:rPr lang="de-DE" noProof="0"/>
              <a:t>Präsentationstitel | Verfasser</a:t>
            </a:r>
            <a:endParaRPr lang="de-DE" noProof="0" dirty="0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24F47F88-CFA0-1C8E-AB4E-16E0190FB64B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 bwMode="gray"/>
        <p:txBody>
          <a:bodyPr/>
          <a:lstStyle/>
          <a:p>
            <a:fld id="{02CEFE82-39F2-4F47-8A0C-D5AB3496FA5C}" type="slidenum">
              <a:rPr lang="de-DE" noProof="0" smtClean="0"/>
              <a:pPr/>
              <a:t>‹#›</a:t>
            </a:fld>
            <a:endParaRPr lang="de-DE" noProof="0" dirty="0"/>
          </a:p>
        </p:txBody>
      </p:sp>
      <p:sp>
        <p:nvSpPr>
          <p:cNvPr id="2" name="Textplatzhalter 5">
            <a:extLst>
              <a:ext uri="{FF2B5EF4-FFF2-40B4-BE49-F238E27FC236}">
                <a16:creationId xmlns:a16="http://schemas.microsoft.com/office/drawing/2014/main" id="{232CE0CD-5802-9B2B-4432-3C6EFA497752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 bwMode="gray">
          <a:xfrm>
            <a:off x="405385" y="6020548"/>
            <a:ext cx="8333204" cy="288000"/>
          </a:xfrm>
        </p:spPr>
        <p:txBody>
          <a:bodyPr anchor="b"/>
          <a:lstStyle>
            <a:lvl1pPr marL="0" indent="0">
              <a:spcAft>
                <a:spcPts val="300"/>
              </a:spcAft>
              <a:buNone/>
              <a:defRPr sz="800"/>
            </a:lvl1pPr>
          </a:lstStyle>
          <a:p>
            <a:pPr lvl="0"/>
            <a:r>
              <a:rPr lang="de-DE" dirty="0"/>
              <a:t>Quellen:</a:t>
            </a:r>
          </a:p>
        </p:txBody>
      </p:sp>
      <p:sp>
        <p:nvSpPr>
          <p:cNvPr id="4" name="Bildplatzhalter 3">
            <a:extLst>
              <a:ext uri="{FF2B5EF4-FFF2-40B4-BE49-F238E27FC236}">
                <a16:creationId xmlns:a16="http://schemas.microsoft.com/office/drawing/2014/main" id="{A727B6A3-F0C1-98FE-EC4F-45C15597D169}"/>
              </a:ext>
            </a:extLst>
          </p:cNvPr>
          <p:cNvSpPr>
            <a:spLocks noGrp="1" noChangeAspect="1"/>
          </p:cNvSpPr>
          <p:nvPr>
            <p:ph type="pic" sz="quarter" idx="10"/>
          </p:nvPr>
        </p:nvSpPr>
        <p:spPr bwMode="gray">
          <a:xfrm>
            <a:off x="0" y="1728000"/>
            <a:ext cx="2952000" cy="2504201"/>
          </a:xfrm>
          <a:custGeom>
            <a:avLst/>
            <a:gdLst>
              <a:gd name="connsiteX0" fmla="*/ 0 w 11520000"/>
              <a:gd name="connsiteY0" fmla="*/ 0 h 4298400"/>
              <a:gd name="connsiteX1" fmla="*/ 11520000 w 11520000"/>
              <a:gd name="connsiteY1" fmla="*/ 0 h 4298400"/>
              <a:gd name="connsiteX2" fmla="*/ 11520000 w 11520000"/>
              <a:gd name="connsiteY2" fmla="*/ 4298400 h 4298400"/>
              <a:gd name="connsiteX3" fmla="*/ 0 w 11520000"/>
              <a:gd name="connsiteY3" fmla="*/ 4298400 h 4298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520000" h="4298400">
                <a:moveTo>
                  <a:pt x="0" y="0"/>
                </a:moveTo>
                <a:lnTo>
                  <a:pt x="11520000" y="0"/>
                </a:lnTo>
                <a:lnTo>
                  <a:pt x="11520000" y="4298400"/>
                </a:lnTo>
                <a:lnTo>
                  <a:pt x="0" y="4298400"/>
                </a:lnTo>
                <a:close/>
              </a:path>
            </a:pathLst>
          </a:custGeom>
          <a:solidFill>
            <a:schemeClr val="accent2">
              <a:lumMod val="20000"/>
              <a:lumOff val="80000"/>
            </a:schemeClr>
          </a:solidFill>
        </p:spPr>
        <p:txBody>
          <a:bodyPr wrap="square">
            <a:noAutofit/>
          </a:bodyPr>
          <a:lstStyle>
            <a:lvl1pPr marL="0" indent="0" algn="ctr">
              <a:buNone/>
              <a:defRPr sz="750" b="1"/>
            </a:lvl1pPr>
          </a:lstStyle>
          <a:p>
            <a:endParaRPr lang="de-DE" dirty="0"/>
          </a:p>
          <a:p>
            <a:r>
              <a:rPr lang="de-DE" dirty="0"/>
              <a:t>Bildplatzhalter:</a:t>
            </a:r>
            <a:br>
              <a:rPr lang="de-DE" dirty="0"/>
            </a:br>
            <a:r>
              <a:rPr lang="de-DE" dirty="0"/>
              <a:t>Bild durch Klicken auf Symbol hinzufügen</a:t>
            </a:r>
          </a:p>
        </p:txBody>
      </p:sp>
      <p:sp>
        <p:nvSpPr>
          <p:cNvPr id="5" name="Bildplatzhalter 4">
            <a:extLst>
              <a:ext uri="{FF2B5EF4-FFF2-40B4-BE49-F238E27FC236}">
                <a16:creationId xmlns:a16="http://schemas.microsoft.com/office/drawing/2014/main" id="{D227C87D-1EBD-DE71-64CA-8F2BC8AF6D45}"/>
              </a:ext>
            </a:extLst>
          </p:cNvPr>
          <p:cNvSpPr>
            <a:spLocks noGrp="1" noChangeAspect="1"/>
          </p:cNvSpPr>
          <p:nvPr>
            <p:ph type="pic" sz="quarter" idx="19"/>
          </p:nvPr>
        </p:nvSpPr>
        <p:spPr bwMode="gray">
          <a:xfrm>
            <a:off x="3096000" y="1728000"/>
            <a:ext cx="2952000" cy="2504201"/>
          </a:xfrm>
          <a:custGeom>
            <a:avLst/>
            <a:gdLst>
              <a:gd name="connsiteX0" fmla="*/ 0 w 11520000"/>
              <a:gd name="connsiteY0" fmla="*/ 0 h 4298400"/>
              <a:gd name="connsiteX1" fmla="*/ 11520000 w 11520000"/>
              <a:gd name="connsiteY1" fmla="*/ 0 h 4298400"/>
              <a:gd name="connsiteX2" fmla="*/ 11520000 w 11520000"/>
              <a:gd name="connsiteY2" fmla="*/ 4298400 h 4298400"/>
              <a:gd name="connsiteX3" fmla="*/ 0 w 11520000"/>
              <a:gd name="connsiteY3" fmla="*/ 4298400 h 4298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520000" h="4298400">
                <a:moveTo>
                  <a:pt x="0" y="0"/>
                </a:moveTo>
                <a:lnTo>
                  <a:pt x="11520000" y="0"/>
                </a:lnTo>
                <a:lnTo>
                  <a:pt x="11520000" y="4298400"/>
                </a:lnTo>
                <a:lnTo>
                  <a:pt x="0" y="4298400"/>
                </a:lnTo>
                <a:close/>
              </a:path>
            </a:pathLst>
          </a:custGeom>
          <a:solidFill>
            <a:schemeClr val="accent2">
              <a:lumMod val="20000"/>
              <a:lumOff val="80000"/>
            </a:schemeClr>
          </a:solidFill>
        </p:spPr>
        <p:txBody>
          <a:bodyPr wrap="square">
            <a:noAutofit/>
          </a:bodyPr>
          <a:lstStyle>
            <a:lvl1pPr marL="0" indent="0" algn="ctr">
              <a:buNone/>
              <a:defRPr sz="750" b="1"/>
            </a:lvl1pPr>
          </a:lstStyle>
          <a:p>
            <a:endParaRPr lang="de-DE" dirty="0"/>
          </a:p>
          <a:p>
            <a:r>
              <a:rPr lang="de-DE" dirty="0"/>
              <a:t>Bildplatzhalter:</a:t>
            </a:r>
            <a:br>
              <a:rPr lang="de-DE" dirty="0"/>
            </a:br>
            <a:r>
              <a:rPr lang="de-DE" dirty="0"/>
              <a:t>Bild durch Klicken auf Symbol hinzufügen</a:t>
            </a:r>
          </a:p>
        </p:txBody>
      </p:sp>
      <p:sp>
        <p:nvSpPr>
          <p:cNvPr id="6" name="Bildplatzhalter 5">
            <a:extLst>
              <a:ext uri="{FF2B5EF4-FFF2-40B4-BE49-F238E27FC236}">
                <a16:creationId xmlns:a16="http://schemas.microsoft.com/office/drawing/2014/main" id="{E62E7437-B246-7E60-400E-1513A4618D4E}"/>
              </a:ext>
            </a:extLst>
          </p:cNvPr>
          <p:cNvSpPr>
            <a:spLocks noGrp="1" noChangeAspect="1"/>
          </p:cNvSpPr>
          <p:nvPr>
            <p:ph type="pic" sz="quarter" idx="20"/>
          </p:nvPr>
        </p:nvSpPr>
        <p:spPr bwMode="gray">
          <a:xfrm>
            <a:off x="6192000" y="1728000"/>
            <a:ext cx="2952000" cy="2504201"/>
          </a:xfrm>
          <a:custGeom>
            <a:avLst/>
            <a:gdLst>
              <a:gd name="connsiteX0" fmla="*/ 0 w 11520000"/>
              <a:gd name="connsiteY0" fmla="*/ 0 h 4298400"/>
              <a:gd name="connsiteX1" fmla="*/ 11520000 w 11520000"/>
              <a:gd name="connsiteY1" fmla="*/ 0 h 4298400"/>
              <a:gd name="connsiteX2" fmla="*/ 11520000 w 11520000"/>
              <a:gd name="connsiteY2" fmla="*/ 4298400 h 4298400"/>
              <a:gd name="connsiteX3" fmla="*/ 0 w 11520000"/>
              <a:gd name="connsiteY3" fmla="*/ 4298400 h 4298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520000" h="4298400">
                <a:moveTo>
                  <a:pt x="0" y="0"/>
                </a:moveTo>
                <a:lnTo>
                  <a:pt x="11520000" y="0"/>
                </a:lnTo>
                <a:lnTo>
                  <a:pt x="11520000" y="4298400"/>
                </a:lnTo>
                <a:lnTo>
                  <a:pt x="0" y="4298400"/>
                </a:lnTo>
                <a:close/>
              </a:path>
            </a:pathLst>
          </a:custGeom>
          <a:solidFill>
            <a:schemeClr val="accent2">
              <a:lumMod val="20000"/>
              <a:lumOff val="80000"/>
            </a:schemeClr>
          </a:solidFill>
        </p:spPr>
        <p:txBody>
          <a:bodyPr wrap="square">
            <a:noAutofit/>
          </a:bodyPr>
          <a:lstStyle>
            <a:lvl1pPr marL="0" indent="0" algn="ctr">
              <a:buNone/>
              <a:defRPr sz="750" b="1"/>
            </a:lvl1pPr>
          </a:lstStyle>
          <a:p>
            <a:endParaRPr lang="de-DE" dirty="0"/>
          </a:p>
          <a:p>
            <a:r>
              <a:rPr lang="de-DE" dirty="0"/>
              <a:t>Bildplatzhalter:</a:t>
            </a:r>
            <a:br>
              <a:rPr lang="de-DE" dirty="0"/>
            </a:br>
            <a:r>
              <a:rPr lang="de-DE" dirty="0"/>
              <a:t>Bild durch Klicken auf Symbol hinzufügen</a:t>
            </a:r>
          </a:p>
        </p:txBody>
      </p:sp>
      <p:sp>
        <p:nvSpPr>
          <p:cNvPr id="10" name="Inhaltsplatzhalter 9">
            <a:extLst>
              <a:ext uri="{FF2B5EF4-FFF2-40B4-BE49-F238E27FC236}">
                <a16:creationId xmlns:a16="http://schemas.microsoft.com/office/drawing/2014/main" id="{D37C1EFB-1B1D-3047-9780-B89F6A88D18B}"/>
              </a:ext>
            </a:extLst>
          </p:cNvPr>
          <p:cNvSpPr>
            <a:spLocks noGrp="1"/>
          </p:cNvSpPr>
          <p:nvPr>
            <p:ph sz="quarter" idx="17"/>
          </p:nvPr>
        </p:nvSpPr>
        <p:spPr bwMode="gray">
          <a:xfrm>
            <a:off x="405000" y="4722296"/>
            <a:ext cx="8334000" cy="1145704"/>
          </a:xfrm>
          <a:custGeom>
            <a:avLst/>
            <a:gdLst>
              <a:gd name="connsiteX0" fmla="*/ 0 w 11520000"/>
              <a:gd name="connsiteY0" fmla="*/ 0 h 4298400"/>
              <a:gd name="connsiteX1" fmla="*/ 11520000 w 11520000"/>
              <a:gd name="connsiteY1" fmla="*/ 0 h 4298400"/>
              <a:gd name="connsiteX2" fmla="*/ 11520000 w 11520000"/>
              <a:gd name="connsiteY2" fmla="*/ 4298400 h 4298400"/>
              <a:gd name="connsiteX3" fmla="*/ 0 w 11520000"/>
              <a:gd name="connsiteY3" fmla="*/ 4298400 h 4298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520000" h="4298400">
                <a:moveTo>
                  <a:pt x="0" y="0"/>
                </a:moveTo>
                <a:lnTo>
                  <a:pt x="11520000" y="0"/>
                </a:lnTo>
                <a:lnTo>
                  <a:pt x="11520000" y="4298400"/>
                </a:lnTo>
                <a:lnTo>
                  <a:pt x="0" y="4298400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marL="0" indent="0" algn="ctr">
              <a:buNone/>
              <a:defRPr/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12" name="Rectangle 23">
            <a:extLst>
              <a:ext uri="{FF2B5EF4-FFF2-40B4-BE49-F238E27FC236}">
                <a16:creationId xmlns:a16="http://schemas.microsoft.com/office/drawing/2014/main" id="{A46E780D-AEF5-92D3-DDE3-B3A1724A5E72}"/>
              </a:ext>
            </a:extLst>
          </p:cNvPr>
          <p:cNvSpPr/>
          <p:nvPr userDrawn="1"/>
        </p:nvSpPr>
        <p:spPr bwMode="gray">
          <a:xfrm>
            <a:off x="-396" y="4232201"/>
            <a:ext cx="9144396" cy="2657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dirty="0"/>
          </a:p>
        </p:txBody>
      </p:sp>
      <p:sp>
        <p:nvSpPr>
          <p:cNvPr id="14" name="Titel 13">
            <a:extLst>
              <a:ext uri="{FF2B5EF4-FFF2-40B4-BE49-F238E27FC236}">
                <a16:creationId xmlns:a16="http://schemas.microsoft.com/office/drawing/2014/main" id="{42E364E6-77E6-A20E-92AE-85F45A786AFF}"/>
              </a:ext>
            </a:extLst>
          </p:cNvPr>
          <p:cNvSpPr>
            <a:spLocks noGrp="1"/>
          </p:cNvSpPr>
          <p:nvPr>
            <p:ph type="title"/>
          </p:nvPr>
        </p:nvSpPr>
        <p:spPr bwMode="gray"/>
        <p:txBody>
          <a:bodyPr/>
          <a:lstStyle/>
          <a:p>
            <a:r>
              <a:rPr lang="de-DE"/>
              <a:t>Mastertitelformat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7335106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 Inhalt + Bild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Inhaltsplatzhalter 9">
            <a:extLst>
              <a:ext uri="{FF2B5EF4-FFF2-40B4-BE49-F238E27FC236}">
                <a16:creationId xmlns:a16="http://schemas.microsoft.com/office/drawing/2014/main" id="{D37C1EFB-1B1D-3047-9780-B89F6A88D18B}"/>
              </a:ext>
            </a:extLst>
          </p:cNvPr>
          <p:cNvSpPr>
            <a:spLocks noGrp="1"/>
          </p:cNvSpPr>
          <p:nvPr>
            <p:ph sz="quarter" idx="17"/>
          </p:nvPr>
        </p:nvSpPr>
        <p:spPr bwMode="gray">
          <a:xfrm>
            <a:off x="405000" y="4722296"/>
            <a:ext cx="8334000" cy="1145704"/>
          </a:xfrm>
          <a:custGeom>
            <a:avLst/>
            <a:gdLst>
              <a:gd name="connsiteX0" fmla="*/ 0 w 11520000"/>
              <a:gd name="connsiteY0" fmla="*/ 0 h 4298400"/>
              <a:gd name="connsiteX1" fmla="*/ 11520000 w 11520000"/>
              <a:gd name="connsiteY1" fmla="*/ 0 h 4298400"/>
              <a:gd name="connsiteX2" fmla="*/ 11520000 w 11520000"/>
              <a:gd name="connsiteY2" fmla="*/ 4298400 h 4298400"/>
              <a:gd name="connsiteX3" fmla="*/ 0 w 11520000"/>
              <a:gd name="connsiteY3" fmla="*/ 4298400 h 4298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520000" h="4298400">
                <a:moveTo>
                  <a:pt x="0" y="0"/>
                </a:moveTo>
                <a:lnTo>
                  <a:pt x="11520000" y="0"/>
                </a:lnTo>
                <a:lnTo>
                  <a:pt x="11520000" y="4298400"/>
                </a:lnTo>
                <a:lnTo>
                  <a:pt x="0" y="4298400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marL="0" indent="0" algn="ctr">
              <a:buNone/>
              <a:defRPr/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13" name="Subtitle"/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405000" y="798303"/>
            <a:ext cx="8334000" cy="360000"/>
          </a:xfrm>
        </p:spPr>
        <p:txBody>
          <a:bodyPr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240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de-DE" noProof="0" dirty="0"/>
              <a:t>Zweite Überschrift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8C3BF974-AC03-E162-E1D5-581054EA35BC}"/>
              </a:ext>
            </a:extLst>
          </p:cNvPr>
          <p:cNvSpPr>
            <a:spLocks noGrp="1"/>
          </p:cNvSpPr>
          <p:nvPr>
            <p:ph type="dt" sz="half" idx="14"/>
          </p:nvPr>
        </p:nvSpPr>
        <p:spPr bwMode="gray"/>
        <p:txBody>
          <a:bodyPr/>
          <a:lstStyle/>
          <a:p>
            <a:fld id="{504CB600-3A52-4CAD-B492-09A49197D7A2}" type="datetime4">
              <a:rPr lang="de-DE" noProof="0" smtClean="0"/>
              <a:t>11. Juli 2024</a:t>
            </a:fld>
            <a:endParaRPr lang="de-DE" noProof="0" dirty="0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58BC0F46-FB52-7EFF-517A-5E1C1A14F9E1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 bwMode="gray"/>
        <p:txBody>
          <a:bodyPr/>
          <a:lstStyle/>
          <a:p>
            <a:r>
              <a:rPr lang="de-DE" noProof="0"/>
              <a:t>Präsentationstitel | Verfasser</a:t>
            </a:r>
            <a:endParaRPr lang="de-DE" noProof="0" dirty="0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24F47F88-CFA0-1C8E-AB4E-16E0190FB64B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 bwMode="gray"/>
        <p:txBody>
          <a:bodyPr/>
          <a:lstStyle/>
          <a:p>
            <a:fld id="{02CEFE82-39F2-4F47-8A0C-D5AB3496FA5C}" type="slidenum">
              <a:rPr lang="de-DE" noProof="0" smtClean="0"/>
              <a:pPr/>
              <a:t>‹#›</a:t>
            </a:fld>
            <a:endParaRPr lang="de-DE" noProof="0" dirty="0"/>
          </a:p>
        </p:txBody>
      </p:sp>
      <p:sp>
        <p:nvSpPr>
          <p:cNvPr id="2" name="Textplatzhalter 5">
            <a:extLst>
              <a:ext uri="{FF2B5EF4-FFF2-40B4-BE49-F238E27FC236}">
                <a16:creationId xmlns:a16="http://schemas.microsoft.com/office/drawing/2014/main" id="{232CE0CD-5802-9B2B-4432-3C6EFA497752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 bwMode="gray">
          <a:xfrm>
            <a:off x="405399" y="6020548"/>
            <a:ext cx="8333204" cy="288000"/>
          </a:xfrm>
        </p:spPr>
        <p:txBody>
          <a:bodyPr anchor="b"/>
          <a:lstStyle>
            <a:lvl1pPr marL="0" indent="0">
              <a:spcAft>
                <a:spcPts val="300"/>
              </a:spcAft>
              <a:buNone/>
              <a:defRPr sz="800"/>
            </a:lvl1pPr>
          </a:lstStyle>
          <a:p>
            <a:pPr lvl="0"/>
            <a:r>
              <a:rPr lang="de-DE" dirty="0"/>
              <a:t>Quellen:</a:t>
            </a:r>
          </a:p>
        </p:txBody>
      </p:sp>
      <p:sp>
        <p:nvSpPr>
          <p:cNvPr id="4" name="Bildplatzhalter 3">
            <a:extLst>
              <a:ext uri="{FF2B5EF4-FFF2-40B4-BE49-F238E27FC236}">
                <a16:creationId xmlns:a16="http://schemas.microsoft.com/office/drawing/2014/main" id="{A727B6A3-F0C1-98FE-EC4F-45C15597D169}"/>
              </a:ext>
            </a:extLst>
          </p:cNvPr>
          <p:cNvSpPr>
            <a:spLocks noGrp="1" noChangeAspect="1"/>
          </p:cNvSpPr>
          <p:nvPr>
            <p:ph type="pic" sz="quarter" idx="10"/>
          </p:nvPr>
        </p:nvSpPr>
        <p:spPr bwMode="gray">
          <a:xfrm>
            <a:off x="0" y="1728000"/>
            <a:ext cx="9144000" cy="2504201"/>
          </a:xfrm>
          <a:custGeom>
            <a:avLst/>
            <a:gdLst>
              <a:gd name="connsiteX0" fmla="*/ 0 w 11520000"/>
              <a:gd name="connsiteY0" fmla="*/ 0 h 4298400"/>
              <a:gd name="connsiteX1" fmla="*/ 11520000 w 11520000"/>
              <a:gd name="connsiteY1" fmla="*/ 0 h 4298400"/>
              <a:gd name="connsiteX2" fmla="*/ 11520000 w 11520000"/>
              <a:gd name="connsiteY2" fmla="*/ 4298400 h 4298400"/>
              <a:gd name="connsiteX3" fmla="*/ 0 w 11520000"/>
              <a:gd name="connsiteY3" fmla="*/ 4298400 h 4298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520000" h="4298400">
                <a:moveTo>
                  <a:pt x="0" y="0"/>
                </a:moveTo>
                <a:lnTo>
                  <a:pt x="11520000" y="0"/>
                </a:lnTo>
                <a:lnTo>
                  <a:pt x="11520000" y="4298400"/>
                </a:lnTo>
                <a:lnTo>
                  <a:pt x="0" y="4298400"/>
                </a:lnTo>
                <a:close/>
              </a:path>
            </a:pathLst>
          </a:custGeom>
          <a:solidFill>
            <a:schemeClr val="accent2">
              <a:lumMod val="20000"/>
              <a:lumOff val="80000"/>
            </a:schemeClr>
          </a:solidFill>
        </p:spPr>
        <p:txBody>
          <a:bodyPr wrap="square">
            <a:noAutofit/>
          </a:bodyPr>
          <a:lstStyle>
            <a:lvl1pPr marL="0" indent="0" algn="ctr">
              <a:buNone/>
              <a:defRPr sz="750" b="1"/>
            </a:lvl1pPr>
          </a:lstStyle>
          <a:p>
            <a:endParaRPr lang="de-DE" dirty="0"/>
          </a:p>
          <a:p>
            <a:r>
              <a:rPr lang="de-DE" dirty="0"/>
              <a:t>Bildplatzhalter:</a:t>
            </a:r>
            <a:br>
              <a:rPr lang="de-DE" dirty="0"/>
            </a:br>
            <a:r>
              <a:rPr lang="de-DE" dirty="0"/>
              <a:t>Bild durch Klicken auf Symbol hinzufügen</a:t>
            </a:r>
          </a:p>
        </p:txBody>
      </p:sp>
      <p:sp>
        <p:nvSpPr>
          <p:cNvPr id="12" name="Rectangle 23">
            <a:extLst>
              <a:ext uri="{FF2B5EF4-FFF2-40B4-BE49-F238E27FC236}">
                <a16:creationId xmlns:a16="http://schemas.microsoft.com/office/drawing/2014/main" id="{A46E780D-AEF5-92D3-DDE3-B3A1724A5E72}"/>
              </a:ext>
            </a:extLst>
          </p:cNvPr>
          <p:cNvSpPr/>
          <p:nvPr userDrawn="1"/>
        </p:nvSpPr>
        <p:spPr bwMode="gray">
          <a:xfrm>
            <a:off x="-396" y="4232201"/>
            <a:ext cx="9144396" cy="2657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dirty="0"/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BCCAFF65-2738-7328-F9E6-E49D2161F3D4}"/>
              </a:ext>
            </a:extLst>
          </p:cNvPr>
          <p:cNvSpPr>
            <a:spLocks noGrp="1"/>
          </p:cNvSpPr>
          <p:nvPr>
            <p:ph type="title"/>
          </p:nvPr>
        </p:nvSpPr>
        <p:spPr bwMode="gray"/>
        <p:txBody>
          <a:bodyPr/>
          <a:lstStyle/>
          <a:p>
            <a:r>
              <a:rPr lang="de-DE"/>
              <a:t>Mastertitelformat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8650098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 Inhalt + Bild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ildplatzhalter 3">
            <a:extLst>
              <a:ext uri="{FF2B5EF4-FFF2-40B4-BE49-F238E27FC236}">
                <a16:creationId xmlns:a16="http://schemas.microsoft.com/office/drawing/2014/main" id="{F58FD181-5531-166F-71B4-B8F57A29853A}"/>
              </a:ext>
            </a:extLst>
          </p:cNvPr>
          <p:cNvSpPr>
            <a:spLocks noGrp="1" noChangeAspect="1"/>
          </p:cNvSpPr>
          <p:nvPr>
            <p:ph type="pic" sz="quarter" idx="10"/>
          </p:nvPr>
        </p:nvSpPr>
        <p:spPr bwMode="gray">
          <a:xfrm>
            <a:off x="0" y="1728000"/>
            <a:ext cx="9144000" cy="4140000"/>
          </a:xfrm>
          <a:custGeom>
            <a:avLst/>
            <a:gdLst>
              <a:gd name="connsiteX0" fmla="*/ 0 w 11520000"/>
              <a:gd name="connsiteY0" fmla="*/ 0 h 4298400"/>
              <a:gd name="connsiteX1" fmla="*/ 11520000 w 11520000"/>
              <a:gd name="connsiteY1" fmla="*/ 0 h 4298400"/>
              <a:gd name="connsiteX2" fmla="*/ 11520000 w 11520000"/>
              <a:gd name="connsiteY2" fmla="*/ 4298400 h 4298400"/>
              <a:gd name="connsiteX3" fmla="*/ 0 w 11520000"/>
              <a:gd name="connsiteY3" fmla="*/ 4298400 h 4298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520000" h="4298400">
                <a:moveTo>
                  <a:pt x="0" y="0"/>
                </a:moveTo>
                <a:lnTo>
                  <a:pt x="11520000" y="0"/>
                </a:lnTo>
                <a:lnTo>
                  <a:pt x="11520000" y="4298400"/>
                </a:lnTo>
                <a:lnTo>
                  <a:pt x="0" y="4298400"/>
                </a:lnTo>
                <a:close/>
              </a:path>
            </a:pathLst>
          </a:custGeom>
          <a:solidFill>
            <a:schemeClr val="accent2">
              <a:lumMod val="20000"/>
              <a:lumOff val="80000"/>
            </a:schemeClr>
          </a:solidFill>
        </p:spPr>
        <p:txBody>
          <a:bodyPr wrap="square">
            <a:noAutofit/>
          </a:bodyPr>
          <a:lstStyle>
            <a:lvl1pPr marL="0" indent="0" algn="ctr">
              <a:buNone/>
              <a:defRPr sz="750" b="1"/>
            </a:lvl1pPr>
          </a:lstStyle>
          <a:p>
            <a:endParaRPr lang="de-DE" dirty="0"/>
          </a:p>
          <a:p>
            <a:r>
              <a:rPr lang="de-DE" dirty="0"/>
              <a:t>Bildplatzhalter:</a:t>
            </a:r>
            <a:br>
              <a:rPr lang="de-DE" dirty="0"/>
            </a:br>
            <a:r>
              <a:rPr lang="de-DE" dirty="0"/>
              <a:t>Bild durch Klicken auf Symbol hinzufügen</a:t>
            </a:r>
          </a:p>
        </p:txBody>
      </p:sp>
      <p:sp>
        <p:nvSpPr>
          <p:cNvPr id="13" name="Subtitle"/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405000" y="798303"/>
            <a:ext cx="8334000" cy="360000"/>
          </a:xfrm>
        </p:spPr>
        <p:txBody>
          <a:bodyPr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240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de-DE" noProof="0" dirty="0"/>
              <a:t>Zweite Überschrift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8C3BF974-AC03-E162-E1D5-581054EA35BC}"/>
              </a:ext>
            </a:extLst>
          </p:cNvPr>
          <p:cNvSpPr>
            <a:spLocks noGrp="1"/>
          </p:cNvSpPr>
          <p:nvPr>
            <p:ph type="dt" sz="half" idx="14"/>
          </p:nvPr>
        </p:nvSpPr>
        <p:spPr bwMode="gray"/>
        <p:txBody>
          <a:bodyPr/>
          <a:lstStyle/>
          <a:p>
            <a:fld id="{1D724A35-4CC3-45A1-955B-E9A1310F8EB8}" type="datetime4">
              <a:rPr lang="de-DE" noProof="0" smtClean="0"/>
              <a:t>11. Juli 2024</a:t>
            </a:fld>
            <a:endParaRPr lang="de-DE" noProof="0" dirty="0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58BC0F46-FB52-7EFF-517A-5E1C1A14F9E1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 bwMode="gray"/>
        <p:txBody>
          <a:bodyPr/>
          <a:lstStyle/>
          <a:p>
            <a:r>
              <a:rPr lang="de-DE" noProof="0"/>
              <a:t>Präsentationstitel | Verfasser</a:t>
            </a:r>
            <a:endParaRPr lang="de-DE" noProof="0" dirty="0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24F47F88-CFA0-1C8E-AB4E-16E0190FB64B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 bwMode="gray"/>
        <p:txBody>
          <a:bodyPr/>
          <a:lstStyle/>
          <a:p>
            <a:fld id="{02CEFE82-39F2-4F47-8A0C-D5AB3496FA5C}" type="slidenum">
              <a:rPr lang="de-DE" noProof="0" smtClean="0"/>
              <a:pPr/>
              <a:t>‹#›</a:t>
            </a:fld>
            <a:endParaRPr lang="de-DE" noProof="0" dirty="0"/>
          </a:p>
        </p:txBody>
      </p:sp>
      <p:sp>
        <p:nvSpPr>
          <p:cNvPr id="10" name="Textplatzhalter 5">
            <a:extLst>
              <a:ext uri="{FF2B5EF4-FFF2-40B4-BE49-F238E27FC236}">
                <a16:creationId xmlns:a16="http://schemas.microsoft.com/office/drawing/2014/main" id="{76DFD0F5-2CB0-94E3-FC1C-8065D062848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 bwMode="gray">
          <a:xfrm>
            <a:off x="405398" y="6020548"/>
            <a:ext cx="8333204" cy="288000"/>
          </a:xfrm>
        </p:spPr>
        <p:txBody>
          <a:bodyPr anchor="b"/>
          <a:lstStyle>
            <a:lvl1pPr marL="0" indent="0">
              <a:spcAft>
                <a:spcPts val="300"/>
              </a:spcAft>
              <a:buNone/>
              <a:defRPr sz="800"/>
            </a:lvl1pPr>
          </a:lstStyle>
          <a:p>
            <a:pPr lvl="0"/>
            <a:r>
              <a:rPr lang="de-DE" dirty="0"/>
              <a:t>Quellen: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11FB0F97-2B46-4B62-92A2-1FEE846A660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 bwMode="gray">
          <a:xfrm>
            <a:off x="6075000" y="1728000"/>
            <a:ext cx="2664001" cy="4138612"/>
          </a:xfrm>
          <a:solidFill>
            <a:schemeClr val="accent1">
              <a:alpha val="90000"/>
            </a:schemeClr>
          </a:solidFill>
        </p:spPr>
        <p:txBody>
          <a:bodyPr lIns="288000" tIns="288000" rIns="288000" bIns="288000"/>
          <a:lstStyle>
            <a:lvl1pPr>
              <a:buClr>
                <a:schemeClr val="bg1"/>
              </a:buCl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01F62C27-BD4E-4177-E8EE-EC03DA0FC476}"/>
              </a:ext>
            </a:extLst>
          </p:cNvPr>
          <p:cNvSpPr>
            <a:spLocks noGrp="1"/>
          </p:cNvSpPr>
          <p:nvPr>
            <p:ph type="title"/>
          </p:nvPr>
        </p:nvSpPr>
        <p:spPr bwMode="gray"/>
        <p:txBody>
          <a:bodyPr/>
          <a:lstStyle/>
          <a:p>
            <a:r>
              <a:rPr lang="de-DE"/>
              <a:t>Mastertitelformat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17790861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 Inhalt + Bild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ildplatzhalter 3">
            <a:extLst>
              <a:ext uri="{FF2B5EF4-FFF2-40B4-BE49-F238E27FC236}">
                <a16:creationId xmlns:a16="http://schemas.microsoft.com/office/drawing/2014/main" id="{F58FD181-5531-166F-71B4-B8F57A29853A}"/>
              </a:ext>
            </a:extLst>
          </p:cNvPr>
          <p:cNvSpPr>
            <a:spLocks noGrp="1" noChangeAspect="1"/>
          </p:cNvSpPr>
          <p:nvPr>
            <p:ph type="pic" sz="quarter" idx="10"/>
          </p:nvPr>
        </p:nvSpPr>
        <p:spPr bwMode="gray">
          <a:xfrm>
            <a:off x="0" y="1728000"/>
            <a:ext cx="9144000" cy="4140000"/>
          </a:xfrm>
          <a:custGeom>
            <a:avLst/>
            <a:gdLst>
              <a:gd name="connsiteX0" fmla="*/ 0 w 11520000"/>
              <a:gd name="connsiteY0" fmla="*/ 0 h 4298400"/>
              <a:gd name="connsiteX1" fmla="*/ 11520000 w 11520000"/>
              <a:gd name="connsiteY1" fmla="*/ 0 h 4298400"/>
              <a:gd name="connsiteX2" fmla="*/ 11520000 w 11520000"/>
              <a:gd name="connsiteY2" fmla="*/ 4298400 h 4298400"/>
              <a:gd name="connsiteX3" fmla="*/ 0 w 11520000"/>
              <a:gd name="connsiteY3" fmla="*/ 4298400 h 4298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520000" h="4298400">
                <a:moveTo>
                  <a:pt x="0" y="0"/>
                </a:moveTo>
                <a:lnTo>
                  <a:pt x="11520000" y="0"/>
                </a:lnTo>
                <a:lnTo>
                  <a:pt x="11520000" y="4298400"/>
                </a:lnTo>
                <a:lnTo>
                  <a:pt x="0" y="4298400"/>
                </a:lnTo>
                <a:close/>
              </a:path>
            </a:pathLst>
          </a:custGeom>
          <a:solidFill>
            <a:schemeClr val="accent2">
              <a:lumMod val="20000"/>
              <a:lumOff val="80000"/>
            </a:schemeClr>
          </a:solidFill>
        </p:spPr>
        <p:txBody>
          <a:bodyPr wrap="square">
            <a:noAutofit/>
          </a:bodyPr>
          <a:lstStyle>
            <a:lvl1pPr marL="0" indent="0" algn="ctr">
              <a:buNone/>
              <a:defRPr sz="750" b="1"/>
            </a:lvl1pPr>
          </a:lstStyle>
          <a:p>
            <a:endParaRPr lang="de-DE" dirty="0"/>
          </a:p>
          <a:p>
            <a:r>
              <a:rPr lang="de-DE" dirty="0"/>
              <a:t>Bildplatzhalter:</a:t>
            </a:r>
            <a:br>
              <a:rPr lang="de-DE" dirty="0"/>
            </a:br>
            <a:r>
              <a:rPr lang="de-DE" dirty="0"/>
              <a:t>Bild durch Klicken auf Symbol hinzufügen</a:t>
            </a:r>
          </a:p>
        </p:txBody>
      </p:sp>
      <p:sp>
        <p:nvSpPr>
          <p:cNvPr id="13" name="Subtitle"/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405000" y="798303"/>
            <a:ext cx="8334000" cy="360000"/>
          </a:xfrm>
        </p:spPr>
        <p:txBody>
          <a:bodyPr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240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de-DE" noProof="0" dirty="0"/>
              <a:t>Zweite Überschrift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8C3BF974-AC03-E162-E1D5-581054EA35BC}"/>
              </a:ext>
            </a:extLst>
          </p:cNvPr>
          <p:cNvSpPr>
            <a:spLocks noGrp="1"/>
          </p:cNvSpPr>
          <p:nvPr>
            <p:ph type="dt" sz="half" idx="14"/>
          </p:nvPr>
        </p:nvSpPr>
        <p:spPr bwMode="gray"/>
        <p:txBody>
          <a:bodyPr/>
          <a:lstStyle/>
          <a:p>
            <a:fld id="{81920AAC-57FF-4A30-824C-41AEEB711D05}" type="datetime4">
              <a:rPr lang="de-DE" noProof="0" smtClean="0"/>
              <a:t>11. Juli 2024</a:t>
            </a:fld>
            <a:endParaRPr lang="de-DE" noProof="0" dirty="0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58BC0F46-FB52-7EFF-517A-5E1C1A14F9E1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 bwMode="gray"/>
        <p:txBody>
          <a:bodyPr/>
          <a:lstStyle/>
          <a:p>
            <a:r>
              <a:rPr lang="de-DE" noProof="0"/>
              <a:t>Präsentationstitel | Verfasser</a:t>
            </a:r>
            <a:endParaRPr lang="de-DE" noProof="0" dirty="0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24F47F88-CFA0-1C8E-AB4E-16E0190FB64B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 bwMode="gray"/>
        <p:txBody>
          <a:bodyPr/>
          <a:lstStyle/>
          <a:p>
            <a:fld id="{02CEFE82-39F2-4F47-8A0C-D5AB3496FA5C}" type="slidenum">
              <a:rPr lang="de-DE" noProof="0" smtClean="0"/>
              <a:pPr/>
              <a:t>‹#›</a:t>
            </a:fld>
            <a:endParaRPr lang="de-DE" noProof="0" dirty="0"/>
          </a:p>
        </p:txBody>
      </p:sp>
      <p:sp>
        <p:nvSpPr>
          <p:cNvPr id="10" name="Textplatzhalter 5">
            <a:extLst>
              <a:ext uri="{FF2B5EF4-FFF2-40B4-BE49-F238E27FC236}">
                <a16:creationId xmlns:a16="http://schemas.microsoft.com/office/drawing/2014/main" id="{76DFD0F5-2CB0-94E3-FC1C-8065D062848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 bwMode="gray">
          <a:xfrm>
            <a:off x="405398" y="6020548"/>
            <a:ext cx="8333204" cy="288000"/>
          </a:xfrm>
        </p:spPr>
        <p:txBody>
          <a:bodyPr anchor="b"/>
          <a:lstStyle>
            <a:lvl1pPr marL="0" indent="0">
              <a:spcAft>
                <a:spcPts val="300"/>
              </a:spcAft>
              <a:buNone/>
              <a:defRPr sz="800"/>
            </a:lvl1pPr>
          </a:lstStyle>
          <a:p>
            <a:pPr lvl="0"/>
            <a:r>
              <a:rPr lang="de-DE" dirty="0"/>
              <a:t>Quellen: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11FB0F97-2B46-4B62-92A2-1FEE846A660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 bwMode="gray">
          <a:xfrm>
            <a:off x="6075000" y="1728000"/>
            <a:ext cx="2664001" cy="4138612"/>
          </a:xfrm>
          <a:solidFill>
            <a:schemeClr val="bg1">
              <a:alpha val="90000"/>
            </a:schemeClr>
          </a:solidFill>
        </p:spPr>
        <p:txBody>
          <a:bodyPr lIns="288000" tIns="288000" rIns="288000" bIns="288000"/>
          <a:lstStyle>
            <a:lvl1pPr>
              <a:buClr>
                <a:schemeClr val="accent1"/>
              </a:buCl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01F62C27-BD4E-4177-E8EE-EC03DA0FC476}"/>
              </a:ext>
            </a:extLst>
          </p:cNvPr>
          <p:cNvSpPr>
            <a:spLocks noGrp="1"/>
          </p:cNvSpPr>
          <p:nvPr>
            <p:ph type="title"/>
          </p:nvPr>
        </p:nvSpPr>
        <p:spPr bwMode="gray"/>
        <p:txBody>
          <a:bodyPr/>
          <a:lstStyle/>
          <a:p>
            <a:r>
              <a:rPr lang="de-DE"/>
              <a:t>Mastertitelformat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27829783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 Inhalt + Bild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8C3BF974-AC03-E162-E1D5-581054EA35BC}"/>
              </a:ext>
            </a:extLst>
          </p:cNvPr>
          <p:cNvSpPr>
            <a:spLocks noGrp="1"/>
          </p:cNvSpPr>
          <p:nvPr>
            <p:ph type="dt" sz="half" idx="14"/>
          </p:nvPr>
        </p:nvSpPr>
        <p:spPr bwMode="gray"/>
        <p:txBody>
          <a:bodyPr/>
          <a:lstStyle/>
          <a:p>
            <a:fld id="{7A221482-CDA6-4B1D-B609-09B1C41DA36C}" type="datetime4">
              <a:rPr lang="de-DE" noProof="0" smtClean="0"/>
              <a:t>11. Juli 2024</a:t>
            </a:fld>
            <a:endParaRPr lang="de-DE" noProof="0" dirty="0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58BC0F46-FB52-7EFF-517A-5E1C1A14F9E1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 bwMode="gray"/>
        <p:txBody>
          <a:bodyPr/>
          <a:lstStyle/>
          <a:p>
            <a:r>
              <a:rPr lang="de-DE" noProof="0"/>
              <a:t>Präsentationstitel | Verfasser</a:t>
            </a:r>
            <a:endParaRPr lang="de-DE" noProof="0" dirty="0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24F47F88-CFA0-1C8E-AB4E-16E0190FB64B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 bwMode="gray"/>
        <p:txBody>
          <a:bodyPr/>
          <a:lstStyle/>
          <a:p>
            <a:fld id="{02CEFE82-39F2-4F47-8A0C-D5AB3496FA5C}" type="slidenum">
              <a:rPr lang="de-DE" noProof="0" smtClean="0"/>
              <a:pPr/>
              <a:t>‹#›</a:t>
            </a:fld>
            <a:endParaRPr lang="de-DE" noProof="0" dirty="0"/>
          </a:p>
        </p:txBody>
      </p:sp>
      <p:sp>
        <p:nvSpPr>
          <p:cNvPr id="2" name="Textplatzhalter 5">
            <a:extLst>
              <a:ext uri="{FF2B5EF4-FFF2-40B4-BE49-F238E27FC236}">
                <a16:creationId xmlns:a16="http://schemas.microsoft.com/office/drawing/2014/main" id="{232CE0CD-5802-9B2B-4432-3C6EFA497752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 bwMode="gray">
          <a:xfrm>
            <a:off x="405000" y="6020548"/>
            <a:ext cx="8334000" cy="288000"/>
          </a:xfrm>
        </p:spPr>
        <p:txBody>
          <a:bodyPr anchor="b"/>
          <a:lstStyle>
            <a:lvl1pPr marL="0" indent="0">
              <a:spcAft>
                <a:spcPts val="300"/>
              </a:spcAft>
              <a:buNone/>
              <a:defRPr sz="800"/>
            </a:lvl1pPr>
          </a:lstStyle>
          <a:p>
            <a:pPr lvl="0"/>
            <a:r>
              <a:rPr lang="de-DE" dirty="0"/>
              <a:t>Quellen:</a:t>
            </a:r>
          </a:p>
        </p:txBody>
      </p:sp>
      <p:sp>
        <p:nvSpPr>
          <p:cNvPr id="11" name="Bildplatzhalter 3">
            <a:extLst>
              <a:ext uri="{FF2B5EF4-FFF2-40B4-BE49-F238E27FC236}">
                <a16:creationId xmlns:a16="http://schemas.microsoft.com/office/drawing/2014/main" id="{4D41A984-A6E0-46DE-7D1E-938B448B4799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 bwMode="gray">
          <a:xfrm>
            <a:off x="4689000" y="1287552"/>
            <a:ext cx="4050000" cy="2160000"/>
          </a:xfrm>
          <a:custGeom>
            <a:avLst/>
            <a:gdLst>
              <a:gd name="connsiteX0" fmla="*/ 0 w 11520000"/>
              <a:gd name="connsiteY0" fmla="*/ 0 h 4298400"/>
              <a:gd name="connsiteX1" fmla="*/ 11520000 w 11520000"/>
              <a:gd name="connsiteY1" fmla="*/ 0 h 4298400"/>
              <a:gd name="connsiteX2" fmla="*/ 11520000 w 11520000"/>
              <a:gd name="connsiteY2" fmla="*/ 4298400 h 4298400"/>
              <a:gd name="connsiteX3" fmla="*/ 0 w 11520000"/>
              <a:gd name="connsiteY3" fmla="*/ 4298400 h 4298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520000" h="4298400">
                <a:moveTo>
                  <a:pt x="0" y="0"/>
                </a:moveTo>
                <a:lnTo>
                  <a:pt x="11520000" y="0"/>
                </a:lnTo>
                <a:lnTo>
                  <a:pt x="11520000" y="4298400"/>
                </a:lnTo>
                <a:lnTo>
                  <a:pt x="0" y="4298400"/>
                </a:lnTo>
                <a:close/>
              </a:path>
            </a:pathLst>
          </a:custGeom>
          <a:solidFill>
            <a:schemeClr val="accent2">
              <a:lumMod val="20000"/>
              <a:lumOff val="80000"/>
            </a:schemeClr>
          </a:solidFill>
        </p:spPr>
        <p:txBody>
          <a:bodyPr wrap="square">
            <a:noAutofit/>
          </a:bodyPr>
          <a:lstStyle>
            <a:lvl1pPr marL="0" indent="0" algn="ctr">
              <a:buNone/>
              <a:defRPr sz="750" b="1"/>
            </a:lvl1pPr>
          </a:lstStyle>
          <a:p>
            <a:endParaRPr lang="de-DE" dirty="0"/>
          </a:p>
          <a:p>
            <a:r>
              <a:rPr lang="de-DE" dirty="0"/>
              <a:t>Bildplatzhalter:</a:t>
            </a:r>
            <a:br>
              <a:rPr lang="de-DE" dirty="0"/>
            </a:br>
            <a:r>
              <a:rPr lang="de-DE" dirty="0"/>
              <a:t>Bild durch Klicken auf Symbol hinzufügen</a:t>
            </a:r>
          </a:p>
        </p:txBody>
      </p:sp>
      <p:sp>
        <p:nvSpPr>
          <p:cNvPr id="14" name="Bildplatzhalter 3">
            <a:extLst>
              <a:ext uri="{FF2B5EF4-FFF2-40B4-BE49-F238E27FC236}">
                <a16:creationId xmlns:a16="http://schemas.microsoft.com/office/drawing/2014/main" id="{6CF18E5B-64DF-F042-A224-59AF58C58D5E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 bwMode="gray">
          <a:xfrm>
            <a:off x="4689000" y="3708000"/>
            <a:ext cx="4050000" cy="2160000"/>
          </a:xfrm>
          <a:custGeom>
            <a:avLst/>
            <a:gdLst>
              <a:gd name="connsiteX0" fmla="*/ 0 w 11520000"/>
              <a:gd name="connsiteY0" fmla="*/ 0 h 4298400"/>
              <a:gd name="connsiteX1" fmla="*/ 11520000 w 11520000"/>
              <a:gd name="connsiteY1" fmla="*/ 0 h 4298400"/>
              <a:gd name="connsiteX2" fmla="*/ 11520000 w 11520000"/>
              <a:gd name="connsiteY2" fmla="*/ 4298400 h 4298400"/>
              <a:gd name="connsiteX3" fmla="*/ 0 w 11520000"/>
              <a:gd name="connsiteY3" fmla="*/ 4298400 h 4298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520000" h="4298400">
                <a:moveTo>
                  <a:pt x="0" y="0"/>
                </a:moveTo>
                <a:lnTo>
                  <a:pt x="11520000" y="0"/>
                </a:lnTo>
                <a:lnTo>
                  <a:pt x="11520000" y="4298400"/>
                </a:lnTo>
                <a:lnTo>
                  <a:pt x="0" y="4298400"/>
                </a:lnTo>
                <a:close/>
              </a:path>
            </a:pathLst>
          </a:custGeom>
          <a:solidFill>
            <a:schemeClr val="accent2">
              <a:lumMod val="20000"/>
              <a:lumOff val="80000"/>
            </a:schemeClr>
          </a:solidFill>
        </p:spPr>
        <p:txBody>
          <a:bodyPr wrap="square">
            <a:noAutofit/>
          </a:bodyPr>
          <a:lstStyle>
            <a:lvl1pPr marL="0" indent="0" algn="ctr">
              <a:buNone/>
              <a:defRPr sz="750" b="1"/>
            </a:lvl1pPr>
          </a:lstStyle>
          <a:p>
            <a:endParaRPr lang="de-DE" dirty="0"/>
          </a:p>
          <a:p>
            <a:r>
              <a:rPr lang="de-DE" dirty="0"/>
              <a:t>Bildplatzhalter:</a:t>
            </a:r>
            <a:br>
              <a:rPr lang="de-DE" dirty="0"/>
            </a:br>
            <a:r>
              <a:rPr lang="de-DE" dirty="0"/>
              <a:t>Bild durch Klicken auf Symbol hinzufügen</a:t>
            </a:r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42D05323-395A-CDE0-B64B-4F093B193E75}"/>
              </a:ext>
            </a:extLst>
          </p:cNvPr>
          <p:cNvSpPr/>
          <p:nvPr userDrawn="1"/>
        </p:nvSpPr>
        <p:spPr bwMode="gray">
          <a:xfrm>
            <a:off x="0" y="979715"/>
            <a:ext cx="1091682" cy="76510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7000" tIns="27000" rIns="27000" bIns="27000" rtlCol="0" anchor="ctr"/>
          <a:lstStyle/>
          <a:p>
            <a:pPr algn="ctr">
              <a:lnSpc>
                <a:spcPct val="90000"/>
              </a:lnSpc>
              <a:spcAft>
                <a:spcPts val="750"/>
              </a:spcAft>
            </a:pPr>
            <a:endParaRPr lang="de-DE" sz="1050" dirty="0"/>
          </a:p>
        </p:txBody>
      </p:sp>
      <p:sp>
        <p:nvSpPr>
          <p:cNvPr id="4" name="Bildplatzhalter 3">
            <a:extLst>
              <a:ext uri="{FF2B5EF4-FFF2-40B4-BE49-F238E27FC236}">
                <a16:creationId xmlns:a16="http://schemas.microsoft.com/office/drawing/2014/main" id="{35B42AE5-B0FF-9273-55D9-CFC2E4C955C0}"/>
              </a:ext>
            </a:extLst>
          </p:cNvPr>
          <p:cNvSpPr>
            <a:spLocks noGrp="1" noChangeAspect="1"/>
          </p:cNvSpPr>
          <p:nvPr>
            <p:ph type="pic" sz="quarter" idx="10"/>
          </p:nvPr>
        </p:nvSpPr>
        <p:spPr bwMode="gray">
          <a:xfrm>
            <a:off x="405000" y="1287556"/>
            <a:ext cx="4050000" cy="4580444"/>
          </a:xfrm>
          <a:custGeom>
            <a:avLst/>
            <a:gdLst>
              <a:gd name="connsiteX0" fmla="*/ 0 w 11520000"/>
              <a:gd name="connsiteY0" fmla="*/ 0 h 4298400"/>
              <a:gd name="connsiteX1" fmla="*/ 11520000 w 11520000"/>
              <a:gd name="connsiteY1" fmla="*/ 0 h 4298400"/>
              <a:gd name="connsiteX2" fmla="*/ 11520000 w 11520000"/>
              <a:gd name="connsiteY2" fmla="*/ 4298400 h 4298400"/>
              <a:gd name="connsiteX3" fmla="*/ 0 w 11520000"/>
              <a:gd name="connsiteY3" fmla="*/ 4298400 h 4298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520000" h="4298400">
                <a:moveTo>
                  <a:pt x="0" y="0"/>
                </a:moveTo>
                <a:lnTo>
                  <a:pt x="11520000" y="0"/>
                </a:lnTo>
                <a:lnTo>
                  <a:pt x="11520000" y="4298400"/>
                </a:lnTo>
                <a:lnTo>
                  <a:pt x="0" y="4298400"/>
                </a:lnTo>
                <a:close/>
              </a:path>
            </a:pathLst>
          </a:custGeom>
          <a:solidFill>
            <a:schemeClr val="accent2">
              <a:lumMod val="20000"/>
              <a:lumOff val="80000"/>
            </a:schemeClr>
          </a:solidFill>
        </p:spPr>
        <p:txBody>
          <a:bodyPr wrap="square">
            <a:noAutofit/>
          </a:bodyPr>
          <a:lstStyle>
            <a:lvl1pPr marL="0" indent="0" algn="ctr">
              <a:buNone/>
              <a:defRPr sz="750" b="1"/>
            </a:lvl1pPr>
          </a:lstStyle>
          <a:p>
            <a:endParaRPr lang="de-DE" dirty="0"/>
          </a:p>
          <a:p>
            <a:r>
              <a:rPr lang="de-DE" dirty="0"/>
              <a:t>Bildplatzhalter:</a:t>
            </a:r>
            <a:br>
              <a:rPr lang="de-DE" dirty="0"/>
            </a:br>
            <a:r>
              <a:rPr lang="de-DE" dirty="0"/>
              <a:t>Bild durch Klicken auf Symbol hinzufügen</a:t>
            </a:r>
          </a:p>
        </p:txBody>
      </p:sp>
      <p:sp>
        <p:nvSpPr>
          <p:cNvPr id="17" name="Textplatzhalter 11">
            <a:extLst>
              <a:ext uri="{FF2B5EF4-FFF2-40B4-BE49-F238E27FC236}">
                <a16:creationId xmlns:a16="http://schemas.microsoft.com/office/drawing/2014/main" id="{2F76DCC3-FF69-B4FD-0213-CDABFD16AADA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 bwMode="gray">
          <a:xfrm>
            <a:off x="405000" y="5263585"/>
            <a:ext cx="4050000" cy="604415"/>
          </a:xfrm>
          <a:solidFill>
            <a:schemeClr val="bg1">
              <a:alpha val="90000"/>
            </a:schemeClr>
          </a:solidFill>
        </p:spPr>
        <p:txBody>
          <a:bodyPr wrap="square" lIns="180000" tIns="180000" rIns="180000" bIns="180000" anchor="b" anchorCtr="0">
            <a:spAutoFit/>
          </a:bodyPr>
          <a:lstStyle>
            <a:lvl1pPr marL="0" indent="0">
              <a:buNone/>
              <a:defRPr b="1">
                <a:solidFill>
                  <a:schemeClr val="tx1"/>
                </a:solidFill>
              </a:defRPr>
            </a:lvl1pPr>
            <a:lvl2pPr marL="337534" indent="0">
              <a:buNone/>
              <a:defRPr/>
            </a:lvl2pPr>
          </a:lstStyle>
          <a:p>
            <a:pPr lvl="0"/>
            <a:r>
              <a:rPr lang="de-DE" dirty="0"/>
              <a:t>Bildbeschreibung</a:t>
            </a:r>
          </a:p>
        </p:txBody>
      </p:sp>
    </p:spTree>
    <p:extLst>
      <p:ext uri="{BB962C8B-B14F-4D97-AF65-F5344CB8AC3E}">
        <p14:creationId xmlns:p14="http://schemas.microsoft.com/office/powerpoint/2010/main" val="18015204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lken + Inhalt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ubtitle"/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405000" y="798303"/>
            <a:ext cx="8334000" cy="360000"/>
          </a:xfrm>
        </p:spPr>
        <p:txBody>
          <a:bodyPr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240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de-DE" noProof="0" dirty="0"/>
              <a:t>Zweite Überschrift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8C3BF974-AC03-E162-E1D5-581054EA35BC}"/>
              </a:ext>
            </a:extLst>
          </p:cNvPr>
          <p:cNvSpPr>
            <a:spLocks noGrp="1"/>
          </p:cNvSpPr>
          <p:nvPr>
            <p:ph type="dt" sz="half" idx="14"/>
          </p:nvPr>
        </p:nvSpPr>
        <p:spPr bwMode="gray"/>
        <p:txBody>
          <a:bodyPr/>
          <a:lstStyle/>
          <a:p>
            <a:fld id="{5CF3297A-7534-4AF1-87D7-ED24EC8104A4}" type="datetime4">
              <a:rPr lang="de-DE" noProof="0" smtClean="0"/>
              <a:t>11. Juli 2024</a:t>
            </a:fld>
            <a:endParaRPr lang="de-DE" noProof="0" dirty="0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58BC0F46-FB52-7EFF-517A-5E1C1A14F9E1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 bwMode="gray"/>
        <p:txBody>
          <a:bodyPr/>
          <a:lstStyle/>
          <a:p>
            <a:r>
              <a:rPr lang="de-DE" noProof="0"/>
              <a:t>Präsentationstitel | Verfasser</a:t>
            </a:r>
            <a:endParaRPr lang="de-DE" noProof="0" dirty="0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24F47F88-CFA0-1C8E-AB4E-16E0190FB64B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 bwMode="gray"/>
        <p:txBody>
          <a:bodyPr/>
          <a:lstStyle/>
          <a:p>
            <a:fld id="{02CEFE82-39F2-4F47-8A0C-D5AB3496FA5C}" type="slidenum">
              <a:rPr lang="de-DE" noProof="0" smtClean="0"/>
              <a:pPr/>
              <a:t>‹#›</a:t>
            </a:fld>
            <a:endParaRPr lang="de-DE" noProof="0" dirty="0"/>
          </a:p>
        </p:txBody>
      </p:sp>
      <p:sp>
        <p:nvSpPr>
          <p:cNvPr id="2" name="Textplatzhalter 5">
            <a:extLst>
              <a:ext uri="{FF2B5EF4-FFF2-40B4-BE49-F238E27FC236}">
                <a16:creationId xmlns:a16="http://schemas.microsoft.com/office/drawing/2014/main" id="{232CE0CD-5802-9B2B-4432-3C6EFA497752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 bwMode="gray">
          <a:xfrm>
            <a:off x="405000" y="6020548"/>
            <a:ext cx="8334000" cy="288000"/>
          </a:xfrm>
        </p:spPr>
        <p:txBody>
          <a:bodyPr anchor="b"/>
          <a:lstStyle>
            <a:lvl1pPr marL="0" indent="0">
              <a:spcAft>
                <a:spcPts val="300"/>
              </a:spcAft>
              <a:buNone/>
              <a:defRPr sz="800"/>
            </a:lvl1pPr>
          </a:lstStyle>
          <a:p>
            <a:pPr lvl="0"/>
            <a:r>
              <a:rPr lang="de-DE" dirty="0"/>
              <a:t>Quellen:</a:t>
            </a:r>
          </a:p>
        </p:txBody>
      </p:sp>
      <p:sp>
        <p:nvSpPr>
          <p:cNvPr id="5" name="Textplatzhalter 17">
            <a:extLst>
              <a:ext uri="{FF2B5EF4-FFF2-40B4-BE49-F238E27FC236}">
                <a16:creationId xmlns:a16="http://schemas.microsoft.com/office/drawing/2014/main" id="{8D9B258E-B0C2-507A-7B5E-39C48203A575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 bwMode="gray">
          <a:xfrm>
            <a:off x="845248" y="1837821"/>
            <a:ext cx="2700000" cy="169508"/>
          </a:xfrm>
        </p:spPr>
        <p:txBody>
          <a:bodyPr anchor="t"/>
          <a:lstStyle>
            <a:lvl1pPr marL="0" indent="0">
              <a:lnSpc>
                <a:spcPct val="90000"/>
              </a:lnSpc>
              <a:buNone/>
              <a:defRPr/>
            </a:lvl1pPr>
            <a:lvl2pPr marL="337534" indent="0">
              <a:buNone/>
              <a:defRPr/>
            </a:lvl2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6" name="Textplatzhalter 13">
            <a:extLst>
              <a:ext uri="{FF2B5EF4-FFF2-40B4-BE49-F238E27FC236}">
                <a16:creationId xmlns:a16="http://schemas.microsoft.com/office/drawing/2014/main" id="{B0D378B3-9B07-827B-284E-9681B1B466A5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 bwMode="gray">
          <a:xfrm>
            <a:off x="845248" y="2083134"/>
            <a:ext cx="540000" cy="540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de-DE" dirty="0"/>
              <a:t> </a:t>
            </a:r>
          </a:p>
        </p:txBody>
      </p:sp>
      <p:sp>
        <p:nvSpPr>
          <p:cNvPr id="10" name="Textplatzhalter 17">
            <a:extLst>
              <a:ext uri="{FF2B5EF4-FFF2-40B4-BE49-F238E27FC236}">
                <a16:creationId xmlns:a16="http://schemas.microsoft.com/office/drawing/2014/main" id="{CA3F5608-690A-58C3-7CE7-35C47F1D419A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 bwMode="gray">
          <a:xfrm>
            <a:off x="3743525" y="1948277"/>
            <a:ext cx="675000" cy="306000"/>
          </a:xfrm>
        </p:spPr>
        <p:txBody>
          <a:bodyPr anchor="ctr"/>
          <a:lstStyle>
            <a:lvl1pPr marL="0" indent="0">
              <a:lnSpc>
                <a:spcPct val="90000"/>
              </a:lnSpc>
              <a:buNone/>
              <a:defRPr b="1"/>
            </a:lvl1pPr>
            <a:lvl2pPr marL="337534" indent="0">
              <a:buNone/>
              <a:defRPr/>
            </a:lvl2pPr>
          </a:lstStyle>
          <a:p>
            <a:pPr lvl="0"/>
            <a:r>
              <a:rPr lang="de-DE" dirty="0"/>
              <a:t>Text</a:t>
            </a:r>
          </a:p>
        </p:txBody>
      </p:sp>
      <p:sp>
        <p:nvSpPr>
          <p:cNvPr id="12" name="Textplatzhalter 17">
            <a:extLst>
              <a:ext uri="{FF2B5EF4-FFF2-40B4-BE49-F238E27FC236}">
                <a16:creationId xmlns:a16="http://schemas.microsoft.com/office/drawing/2014/main" id="{E9379043-16E5-CC47-7790-C8FC40EB9D03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 bwMode="gray">
          <a:xfrm>
            <a:off x="845248" y="2560565"/>
            <a:ext cx="2700000" cy="169508"/>
          </a:xfrm>
        </p:spPr>
        <p:txBody>
          <a:bodyPr anchor="t"/>
          <a:lstStyle>
            <a:lvl1pPr marL="0" indent="0">
              <a:lnSpc>
                <a:spcPct val="90000"/>
              </a:lnSpc>
              <a:buNone/>
              <a:defRPr/>
            </a:lvl1pPr>
            <a:lvl2pPr marL="337534" indent="0">
              <a:buNone/>
              <a:defRPr/>
            </a:lvl2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14" name="Textplatzhalter 13">
            <a:extLst>
              <a:ext uri="{FF2B5EF4-FFF2-40B4-BE49-F238E27FC236}">
                <a16:creationId xmlns:a16="http://schemas.microsoft.com/office/drawing/2014/main" id="{0A4AB670-2820-6C16-5A91-2575B7FC134A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 bwMode="gray">
          <a:xfrm>
            <a:off x="845248" y="2805878"/>
            <a:ext cx="540000" cy="54000"/>
          </a:xfrm>
          <a:prstGeom prst="roundRect">
            <a:avLst>
              <a:gd name="adj" fmla="val 50000"/>
            </a:avLst>
          </a:prstGeom>
          <a:solidFill>
            <a:schemeClr val="tx1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de-DE" dirty="0"/>
              <a:t> </a:t>
            </a:r>
          </a:p>
        </p:txBody>
      </p:sp>
      <p:sp>
        <p:nvSpPr>
          <p:cNvPr id="15" name="Textplatzhalter 17">
            <a:extLst>
              <a:ext uri="{FF2B5EF4-FFF2-40B4-BE49-F238E27FC236}">
                <a16:creationId xmlns:a16="http://schemas.microsoft.com/office/drawing/2014/main" id="{619C7180-B8D1-2CB2-A9F6-19F3D752A107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 bwMode="gray">
          <a:xfrm>
            <a:off x="3743525" y="2671021"/>
            <a:ext cx="675000" cy="306000"/>
          </a:xfrm>
        </p:spPr>
        <p:txBody>
          <a:bodyPr anchor="ctr"/>
          <a:lstStyle>
            <a:lvl1pPr marL="0" indent="0">
              <a:lnSpc>
                <a:spcPct val="90000"/>
              </a:lnSpc>
              <a:buNone/>
              <a:defRPr b="1"/>
            </a:lvl1pPr>
            <a:lvl2pPr marL="337534" indent="0">
              <a:buNone/>
              <a:defRPr/>
            </a:lvl2pPr>
          </a:lstStyle>
          <a:p>
            <a:pPr lvl="0"/>
            <a:r>
              <a:rPr lang="de-DE" dirty="0"/>
              <a:t>Text</a:t>
            </a:r>
          </a:p>
        </p:txBody>
      </p:sp>
      <p:sp>
        <p:nvSpPr>
          <p:cNvPr id="17" name="Textplatzhalter 17">
            <a:extLst>
              <a:ext uri="{FF2B5EF4-FFF2-40B4-BE49-F238E27FC236}">
                <a16:creationId xmlns:a16="http://schemas.microsoft.com/office/drawing/2014/main" id="{9E0F91FA-E60E-C819-47EA-CACF969DCCF7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 bwMode="gray">
          <a:xfrm>
            <a:off x="845248" y="3283309"/>
            <a:ext cx="2700000" cy="169508"/>
          </a:xfrm>
        </p:spPr>
        <p:txBody>
          <a:bodyPr anchor="t"/>
          <a:lstStyle>
            <a:lvl1pPr marL="0" indent="0">
              <a:lnSpc>
                <a:spcPct val="90000"/>
              </a:lnSpc>
              <a:buNone/>
              <a:defRPr/>
            </a:lvl1pPr>
            <a:lvl2pPr marL="337534" indent="0">
              <a:buNone/>
              <a:defRPr/>
            </a:lvl2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18" name="Textplatzhalter 13">
            <a:extLst>
              <a:ext uri="{FF2B5EF4-FFF2-40B4-BE49-F238E27FC236}">
                <a16:creationId xmlns:a16="http://schemas.microsoft.com/office/drawing/2014/main" id="{885A10CC-9BF3-1889-CE8C-25089DE382EF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 bwMode="gray">
          <a:xfrm>
            <a:off x="845248" y="3528622"/>
            <a:ext cx="540000" cy="540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de-DE" dirty="0"/>
              <a:t> </a:t>
            </a:r>
          </a:p>
        </p:txBody>
      </p:sp>
      <p:sp>
        <p:nvSpPr>
          <p:cNvPr id="19" name="Textplatzhalter 17">
            <a:extLst>
              <a:ext uri="{FF2B5EF4-FFF2-40B4-BE49-F238E27FC236}">
                <a16:creationId xmlns:a16="http://schemas.microsoft.com/office/drawing/2014/main" id="{30B72454-037A-DCBC-BF59-B4DEB4DCE9AF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 bwMode="gray">
          <a:xfrm>
            <a:off x="3743525" y="3393765"/>
            <a:ext cx="675000" cy="306000"/>
          </a:xfrm>
        </p:spPr>
        <p:txBody>
          <a:bodyPr anchor="ctr"/>
          <a:lstStyle>
            <a:lvl1pPr marL="0" indent="0">
              <a:lnSpc>
                <a:spcPct val="90000"/>
              </a:lnSpc>
              <a:buNone/>
              <a:defRPr b="1"/>
            </a:lvl1pPr>
            <a:lvl2pPr marL="337534" indent="0">
              <a:buNone/>
              <a:defRPr/>
            </a:lvl2pPr>
          </a:lstStyle>
          <a:p>
            <a:pPr lvl="0"/>
            <a:r>
              <a:rPr lang="de-DE" dirty="0"/>
              <a:t>Text</a:t>
            </a:r>
          </a:p>
        </p:txBody>
      </p:sp>
      <p:sp>
        <p:nvSpPr>
          <p:cNvPr id="21" name="Textplatzhalter 17">
            <a:extLst>
              <a:ext uri="{FF2B5EF4-FFF2-40B4-BE49-F238E27FC236}">
                <a16:creationId xmlns:a16="http://schemas.microsoft.com/office/drawing/2014/main" id="{3ABBB406-5249-8395-6BDA-09E0E214EB38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 bwMode="gray">
          <a:xfrm>
            <a:off x="845248" y="4006053"/>
            <a:ext cx="2700000" cy="169508"/>
          </a:xfrm>
        </p:spPr>
        <p:txBody>
          <a:bodyPr anchor="t"/>
          <a:lstStyle>
            <a:lvl1pPr marL="0" indent="0">
              <a:lnSpc>
                <a:spcPct val="90000"/>
              </a:lnSpc>
              <a:buNone/>
              <a:defRPr/>
            </a:lvl1pPr>
            <a:lvl2pPr marL="337534" indent="0">
              <a:buNone/>
              <a:defRPr/>
            </a:lvl2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22" name="Textplatzhalter 13">
            <a:extLst>
              <a:ext uri="{FF2B5EF4-FFF2-40B4-BE49-F238E27FC236}">
                <a16:creationId xmlns:a16="http://schemas.microsoft.com/office/drawing/2014/main" id="{8D2432DD-2DA2-0561-5C4A-FE3FC47BDAAA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 bwMode="gray">
          <a:xfrm>
            <a:off x="845248" y="4251366"/>
            <a:ext cx="540000" cy="54000"/>
          </a:xfrm>
          <a:prstGeom prst="roundRect">
            <a:avLst>
              <a:gd name="adj" fmla="val 50000"/>
            </a:avLst>
          </a:prstGeom>
          <a:solidFill>
            <a:schemeClr val="tx1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de-DE" dirty="0"/>
              <a:t> </a:t>
            </a:r>
          </a:p>
        </p:txBody>
      </p:sp>
      <p:sp>
        <p:nvSpPr>
          <p:cNvPr id="23" name="Textplatzhalter 17">
            <a:extLst>
              <a:ext uri="{FF2B5EF4-FFF2-40B4-BE49-F238E27FC236}">
                <a16:creationId xmlns:a16="http://schemas.microsoft.com/office/drawing/2014/main" id="{3B5166E5-235A-D20E-6BC9-D1A599B83448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 bwMode="gray">
          <a:xfrm>
            <a:off x="3743525" y="4116509"/>
            <a:ext cx="675000" cy="306000"/>
          </a:xfrm>
        </p:spPr>
        <p:txBody>
          <a:bodyPr anchor="ctr"/>
          <a:lstStyle>
            <a:lvl1pPr marL="0" indent="0">
              <a:lnSpc>
                <a:spcPct val="90000"/>
              </a:lnSpc>
              <a:buNone/>
              <a:defRPr b="1"/>
            </a:lvl1pPr>
            <a:lvl2pPr marL="337534" indent="0">
              <a:buNone/>
              <a:defRPr/>
            </a:lvl2pPr>
          </a:lstStyle>
          <a:p>
            <a:pPr lvl="0"/>
            <a:r>
              <a:rPr lang="de-DE" dirty="0"/>
              <a:t>Text</a:t>
            </a:r>
          </a:p>
        </p:txBody>
      </p:sp>
      <p:sp>
        <p:nvSpPr>
          <p:cNvPr id="25" name="Textplatzhalter 17">
            <a:extLst>
              <a:ext uri="{FF2B5EF4-FFF2-40B4-BE49-F238E27FC236}">
                <a16:creationId xmlns:a16="http://schemas.microsoft.com/office/drawing/2014/main" id="{DD20F309-AB1E-64EB-00D2-F1B4E493B931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 bwMode="gray">
          <a:xfrm>
            <a:off x="845248" y="4728797"/>
            <a:ext cx="2700000" cy="169508"/>
          </a:xfrm>
        </p:spPr>
        <p:txBody>
          <a:bodyPr anchor="t"/>
          <a:lstStyle>
            <a:lvl1pPr marL="0" indent="0">
              <a:lnSpc>
                <a:spcPct val="90000"/>
              </a:lnSpc>
              <a:buNone/>
              <a:defRPr/>
            </a:lvl1pPr>
            <a:lvl2pPr marL="337534" indent="0">
              <a:buNone/>
              <a:defRPr/>
            </a:lvl2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26" name="Textplatzhalter 13">
            <a:extLst>
              <a:ext uri="{FF2B5EF4-FFF2-40B4-BE49-F238E27FC236}">
                <a16:creationId xmlns:a16="http://schemas.microsoft.com/office/drawing/2014/main" id="{413069BD-3FDA-098A-2ACB-D69D6EC059C0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 bwMode="gray">
          <a:xfrm>
            <a:off x="845248" y="4974110"/>
            <a:ext cx="540000" cy="540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de-DE" dirty="0"/>
              <a:t> </a:t>
            </a:r>
          </a:p>
        </p:txBody>
      </p:sp>
      <p:sp>
        <p:nvSpPr>
          <p:cNvPr id="27" name="Textplatzhalter 17">
            <a:extLst>
              <a:ext uri="{FF2B5EF4-FFF2-40B4-BE49-F238E27FC236}">
                <a16:creationId xmlns:a16="http://schemas.microsoft.com/office/drawing/2014/main" id="{C11238BF-0BA9-437C-25BB-8BAED1C7ACA8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 bwMode="gray">
          <a:xfrm>
            <a:off x="3743525" y="4839253"/>
            <a:ext cx="675000" cy="306000"/>
          </a:xfrm>
        </p:spPr>
        <p:txBody>
          <a:bodyPr anchor="ctr"/>
          <a:lstStyle>
            <a:lvl1pPr marL="0" indent="0">
              <a:lnSpc>
                <a:spcPct val="90000"/>
              </a:lnSpc>
              <a:buNone/>
              <a:defRPr b="1"/>
            </a:lvl1pPr>
            <a:lvl2pPr marL="337534" indent="0">
              <a:buNone/>
              <a:defRPr/>
            </a:lvl2pPr>
          </a:lstStyle>
          <a:p>
            <a:pPr lvl="0"/>
            <a:r>
              <a:rPr lang="de-DE" dirty="0"/>
              <a:t>Text</a:t>
            </a:r>
          </a:p>
        </p:txBody>
      </p:sp>
      <p:sp>
        <p:nvSpPr>
          <p:cNvPr id="29" name="Textplatzhalter 17">
            <a:extLst>
              <a:ext uri="{FF2B5EF4-FFF2-40B4-BE49-F238E27FC236}">
                <a16:creationId xmlns:a16="http://schemas.microsoft.com/office/drawing/2014/main" id="{7FFCC405-161D-7574-52E8-3315C95E4328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 bwMode="gray">
          <a:xfrm>
            <a:off x="845248" y="5451543"/>
            <a:ext cx="2700000" cy="169508"/>
          </a:xfrm>
        </p:spPr>
        <p:txBody>
          <a:bodyPr anchor="t"/>
          <a:lstStyle>
            <a:lvl1pPr marL="0" indent="0">
              <a:lnSpc>
                <a:spcPct val="90000"/>
              </a:lnSpc>
              <a:buNone/>
              <a:defRPr/>
            </a:lvl1pPr>
            <a:lvl2pPr marL="337534" indent="0">
              <a:buNone/>
              <a:defRPr/>
            </a:lvl2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30" name="Textplatzhalter 13">
            <a:extLst>
              <a:ext uri="{FF2B5EF4-FFF2-40B4-BE49-F238E27FC236}">
                <a16:creationId xmlns:a16="http://schemas.microsoft.com/office/drawing/2014/main" id="{0C489351-2F4B-D4F4-B749-FEBBF6EA0A6B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 bwMode="gray">
          <a:xfrm>
            <a:off x="845248" y="5696856"/>
            <a:ext cx="540000" cy="54000"/>
          </a:xfrm>
          <a:prstGeom prst="roundRect">
            <a:avLst>
              <a:gd name="adj" fmla="val 50000"/>
            </a:avLst>
          </a:prstGeom>
          <a:solidFill>
            <a:schemeClr val="tx1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de-DE" dirty="0"/>
              <a:t> </a:t>
            </a:r>
          </a:p>
        </p:txBody>
      </p:sp>
      <p:sp>
        <p:nvSpPr>
          <p:cNvPr id="31" name="Textplatzhalter 17">
            <a:extLst>
              <a:ext uri="{FF2B5EF4-FFF2-40B4-BE49-F238E27FC236}">
                <a16:creationId xmlns:a16="http://schemas.microsoft.com/office/drawing/2014/main" id="{079FFA5B-C1F3-B809-708C-59E42F480F3D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 bwMode="gray">
          <a:xfrm>
            <a:off x="3743525" y="5561999"/>
            <a:ext cx="675000" cy="306000"/>
          </a:xfrm>
        </p:spPr>
        <p:txBody>
          <a:bodyPr anchor="ctr"/>
          <a:lstStyle>
            <a:lvl1pPr marL="0" indent="0">
              <a:lnSpc>
                <a:spcPct val="90000"/>
              </a:lnSpc>
              <a:buNone/>
              <a:defRPr b="1"/>
            </a:lvl1pPr>
            <a:lvl2pPr marL="337534" indent="0">
              <a:buNone/>
              <a:defRPr/>
            </a:lvl2pPr>
          </a:lstStyle>
          <a:p>
            <a:pPr lvl="0"/>
            <a:r>
              <a:rPr lang="de-DE" dirty="0"/>
              <a:t>Text</a:t>
            </a:r>
          </a:p>
        </p:txBody>
      </p:sp>
      <p:sp>
        <p:nvSpPr>
          <p:cNvPr id="33" name="Inhaltsplatzhalter 5">
            <a:extLst>
              <a:ext uri="{FF2B5EF4-FFF2-40B4-BE49-F238E27FC236}">
                <a16:creationId xmlns:a16="http://schemas.microsoft.com/office/drawing/2014/main" id="{312509A8-F2BD-1171-7348-ACC2C8F2C0BB}"/>
              </a:ext>
            </a:extLst>
          </p:cNvPr>
          <p:cNvSpPr>
            <a:spLocks noGrp="1"/>
          </p:cNvSpPr>
          <p:nvPr>
            <p:ph sz="quarter" idx="50"/>
          </p:nvPr>
        </p:nvSpPr>
        <p:spPr bwMode="gray">
          <a:xfrm>
            <a:off x="4932000" y="3895883"/>
            <a:ext cx="3807000" cy="1972118"/>
          </a:xfrm>
          <a:custGeom>
            <a:avLst/>
            <a:gdLst>
              <a:gd name="connsiteX0" fmla="*/ 0 w 11520000"/>
              <a:gd name="connsiteY0" fmla="*/ 0 h 4298400"/>
              <a:gd name="connsiteX1" fmla="*/ 11520000 w 11520000"/>
              <a:gd name="connsiteY1" fmla="*/ 0 h 4298400"/>
              <a:gd name="connsiteX2" fmla="*/ 11520000 w 11520000"/>
              <a:gd name="connsiteY2" fmla="*/ 4298400 h 4298400"/>
              <a:gd name="connsiteX3" fmla="*/ 0 w 11520000"/>
              <a:gd name="connsiteY3" fmla="*/ 4298400 h 4298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520000" h="4298400">
                <a:moveTo>
                  <a:pt x="0" y="0"/>
                </a:moveTo>
                <a:lnTo>
                  <a:pt x="11520000" y="0"/>
                </a:lnTo>
                <a:lnTo>
                  <a:pt x="11520000" y="4298400"/>
                </a:lnTo>
                <a:lnTo>
                  <a:pt x="0" y="4298400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11" name="Titel 10">
            <a:extLst>
              <a:ext uri="{FF2B5EF4-FFF2-40B4-BE49-F238E27FC236}">
                <a16:creationId xmlns:a16="http://schemas.microsoft.com/office/drawing/2014/main" id="{D0D5758C-6EB2-0E7E-3A9D-88EAFDB85345}"/>
              </a:ext>
            </a:extLst>
          </p:cNvPr>
          <p:cNvSpPr>
            <a:spLocks noGrp="1"/>
          </p:cNvSpPr>
          <p:nvPr>
            <p:ph type="title"/>
          </p:nvPr>
        </p:nvSpPr>
        <p:spPr bwMode="gray"/>
        <p:txBody>
          <a:bodyPr/>
          <a:lstStyle/>
          <a:p>
            <a:r>
              <a:rPr lang="de-DE"/>
              <a:t>Mastertitelformat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38951413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lken + Bild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ubtitle"/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404602" y="798303"/>
            <a:ext cx="8334797" cy="360000"/>
          </a:xfrm>
        </p:spPr>
        <p:txBody>
          <a:bodyPr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240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de-DE" noProof="0" dirty="0"/>
              <a:t>Zweite Überschrift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8C3BF974-AC03-E162-E1D5-581054EA35BC}"/>
              </a:ext>
            </a:extLst>
          </p:cNvPr>
          <p:cNvSpPr>
            <a:spLocks noGrp="1"/>
          </p:cNvSpPr>
          <p:nvPr>
            <p:ph type="dt" sz="half" idx="14"/>
          </p:nvPr>
        </p:nvSpPr>
        <p:spPr bwMode="gray"/>
        <p:txBody>
          <a:bodyPr/>
          <a:lstStyle/>
          <a:p>
            <a:fld id="{64B6D16D-8173-46EE-B2CD-4CEFA0A4033B}" type="datetime4">
              <a:rPr lang="de-DE" noProof="0" smtClean="0"/>
              <a:t>11. Juli 2024</a:t>
            </a:fld>
            <a:endParaRPr lang="de-DE" noProof="0" dirty="0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58BC0F46-FB52-7EFF-517A-5E1C1A14F9E1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 bwMode="gray"/>
        <p:txBody>
          <a:bodyPr/>
          <a:lstStyle/>
          <a:p>
            <a:r>
              <a:rPr lang="de-DE" noProof="0"/>
              <a:t>Präsentationstitel | Verfasser</a:t>
            </a:r>
            <a:endParaRPr lang="de-DE" noProof="0" dirty="0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24F47F88-CFA0-1C8E-AB4E-16E0190FB64B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 bwMode="gray"/>
        <p:txBody>
          <a:bodyPr/>
          <a:lstStyle/>
          <a:p>
            <a:fld id="{02CEFE82-39F2-4F47-8A0C-D5AB3496FA5C}" type="slidenum">
              <a:rPr lang="de-DE" noProof="0" smtClean="0"/>
              <a:pPr/>
              <a:t>‹#›</a:t>
            </a:fld>
            <a:endParaRPr lang="de-DE" noProof="0" dirty="0"/>
          </a:p>
        </p:txBody>
      </p:sp>
      <p:sp>
        <p:nvSpPr>
          <p:cNvPr id="2" name="Textplatzhalter 5">
            <a:extLst>
              <a:ext uri="{FF2B5EF4-FFF2-40B4-BE49-F238E27FC236}">
                <a16:creationId xmlns:a16="http://schemas.microsoft.com/office/drawing/2014/main" id="{232CE0CD-5802-9B2B-4432-3C6EFA497752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 bwMode="gray">
          <a:xfrm>
            <a:off x="405000" y="6020548"/>
            <a:ext cx="8334000" cy="288000"/>
          </a:xfrm>
        </p:spPr>
        <p:txBody>
          <a:bodyPr anchor="b"/>
          <a:lstStyle>
            <a:lvl1pPr marL="0" indent="0">
              <a:spcAft>
                <a:spcPts val="300"/>
              </a:spcAft>
              <a:buNone/>
              <a:defRPr sz="800"/>
            </a:lvl1pPr>
          </a:lstStyle>
          <a:p>
            <a:pPr lvl="0"/>
            <a:r>
              <a:rPr lang="de-DE" dirty="0"/>
              <a:t>Quellen:</a:t>
            </a:r>
          </a:p>
        </p:txBody>
      </p:sp>
      <p:sp>
        <p:nvSpPr>
          <p:cNvPr id="6" name="Bildplatzhalter 3">
            <a:extLst>
              <a:ext uri="{FF2B5EF4-FFF2-40B4-BE49-F238E27FC236}">
                <a16:creationId xmlns:a16="http://schemas.microsoft.com/office/drawing/2014/main" id="{5148F175-AA4D-D5B2-7712-393A43F12E38}"/>
              </a:ext>
            </a:extLst>
          </p:cNvPr>
          <p:cNvSpPr>
            <a:spLocks noGrp="1" noChangeAspect="1"/>
          </p:cNvSpPr>
          <p:nvPr>
            <p:ph type="pic" sz="quarter" idx="10"/>
          </p:nvPr>
        </p:nvSpPr>
        <p:spPr bwMode="gray">
          <a:xfrm>
            <a:off x="473330" y="2278100"/>
            <a:ext cx="2930507" cy="2930507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>
            <a:noAutofit/>
          </a:bodyPr>
          <a:lstStyle>
            <a:lvl1pPr marL="0" indent="0" algn="ctr">
              <a:buNone/>
              <a:defRPr sz="750" b="1"/>
            </a:lvl1pPr>
          </a:lstStyle>
          <a:p>
            <a:endParaRPr lang="de-DE" dirty="0"/>
          </a:p>
          <a:p>
            <a:r>
              <a:rPr lang="de-DE" dirty="0"/>
              <a:t>Bildplatzhalter:</a:t>
            </a:r>
            <a:br>
              <a:rPr lang="de-DE" dirty="0"/>
            </a:br>
            <a:r>
              <a:rPr lang="de-DE" dirty="0"/>
              <a:t>Bild durch Klicken auf Symbol hinzufügen</a:t>
            </a:r>
          </a:p>
        </p:txBody>
      </p:sp>
      <p:sp>
        <p:nvSpPr>
          <p:cNvPr id="10" name="Textplatzhalter 17">
            <a:extLst>
              <a:ext uri="{FF2B5EF4-FFF2-40B4-BE49-F238E27FC236}">
                <a16:creationId xmlns:a16="http://schemas.microsoft.com/office/drawing/2014/main" id="{6CFC1198-19D8-60AF-38B8-2848F5C344A1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 bwMode="gray">
          <a:xfrm>
            <a:off x="3992030" y="2502995"/>
            <a:ext cx="3780000" cy="169508"/>
          </a:xfrm>
        </p:spPr>
        <p:txBody>
          <a:bodyPr anchor="t"/>
          <a:lstStyle>
            <a:lvl1pPr marL="0" indent="0">
              <a:lnSpc>
                <a:spcPct val="90000"/>
              </a:lnSpc>
              <a:buNone/>
              <a:defRPr/>
            </a:lvl1pPr>
            <a:lvl2pPr marL="337534" indent="0">
              <a:buNone/>
              <a:defRPr/>
            </a:lvl2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11" name="Textplatzhalter 13">
            <a:extLst>
              <a:ext uri="{FF2B5EF4-FFF2-40B4-BE49-F238E27FC236}">
                <a16:creationId xmlns:a16="http://schemas.microsoft.com/office/drawing/2014/main" id="{24C1F6E7-E414-C8EC-E907-6ABCE59F209E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 bwMode="gray">
          <a:xfrm>
            <a:off x="3992030" y="2748308"/>
            <a:ext cx="540000" cy="540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de-DE" dirty="0"/>
              <a:t> </a:t>
            </a:r>
          </a:p>
        </p:txBody>
      </p:sp>
      <p:sp>
        <p:nvSpPr>
          <p:cNvPr id="12" name="Textplatzhalter 17">
            <a:extLst>
              <a:ext uri="{FF2B5EF4-FFF2-40B4-BE49-F238E27FC236}">
                <a16:creationId xmlns:a16="http://schemas.microsoft.com/office/drawing/2014/main" id="{5F92D0F3-F66D-C615-9FC8-59BDC196FBF4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 bwMode="gray">
          <a:xfrm>
            <a:off x="7994663" y="2613451"/>
            <a:ext cx="675000" cy="306000"/>
          </a:xfrm>
        </p:spPr>
        <p:txBody>
          <a:bodyPr anchor="ctr"/>
          <a:lstStyle>
            <a:lvl1pPr marL="0" indent="0">
              <a:lnSpc>
                <a:spcPct val="90000"/>
              </a:lnSpc>
              <a:buNone/>
              <a:defRPr b="1"/>
            </a:lvl1pPr>
            <a:lvl2pPr marL="337534" indent="0">
              <a:buNone/>
              <a:defRPr/>
            </a:lvl2pPr>
          </a:lstStyle>
          <a:p>
            <a:pPr lvl="0"/>
            <a:r>
              <a:rPr lang="de-DE" dirty="0"/>
              <a:t>Text</a:t>
            </a:r>
          </a:p>
        </p:txBody>
      </p:sp>
      <p:sp>
        <p:nvSpPr>
          <p:cNvPr id="14" name="Textplatzhalter 17">
            <a:extLst>
              <a:ext uri="{FF2B5EF4-FFF2-40B4-BE49-F238E27FC236}">
                <a16:creationId xmlns:a16="http://schemas.microsoft.com/office/drawing/2014/main" id="{EEAE0B9E-482F-75AB-3BFC-33DBB38A8742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 bwMode="gray">
          <a:xfrm>
            <a:off x="3992030" y="3225739"/>
            <a:ext cx="3780000" cy="169508"/>
          </a:xfrm>
        </p:spPr>
        <p:txBody>
          <a:bodyPr anchor="t"/>
          <a:lstStyle>
            <a:lvl1pPr marL="0" indent="0">
              <a:lnSpc>
                <a:spcPct val="90000"/>
              </a:lnSpc>
              <a:buNone/>
              <a:defRPr/>
            </a:lvl1pPr>
            <a:lvl2pPr marL="337534" indent="0">
              <a:buNone/>
              <a:defRPr/>
            </a:lvl2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15" name="Textplatzhalter 13">
            <a:extLst>
              <a:ext uri="{FF2B5EF4-FFF2-40B4-BE49-F238E27FC236}">
                <a16:creationId xmlns:a16="http://schemas.microsoft.com/office/drawing/2014/main" id="{9051BE45-8971-E31F-1710-FF49A172377B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 bwMode="gray">
          <a:xfrm>
            <a:off x="3992030" y="3471052"/>
            <a:ext cx="540000" cy="54000"/>
          </a:xfrm>
          <a:prstGeom prst="roundRect">
            <a:avLst>
              <a:gd name="adj" fmla="val 50000"/>
            </a:avLst>
          </a:prstGeom>
          <a:solidFill>
            <a:schemeClr val="tx1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de-DE" dirty="0"/>
              <a:t> </a:t>
            </a:r>
          </a:p>
        </p:txBody>
      </p:sp>
      <p:sp>
        <p:nvSpPr>
          <p:cNvPr id="16" name="Textplatzhalter 17">
            <a:extLst>
              <a:ext uri="{FF2B5EF4-FFF2-40B4-BE49-F238E27FC236}">
                <a16:creationId xmlns:a16="http://schemas.microsoft.com/office/drawing/2014/main" id="{C44439C3-F4EE-9111-E27F-FFA0EC9CEB40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 bwMode="gray">
          <a:xfrm>
            <a:off x="7994663" y="3336195"/>
            <a:ext cx="675000" cy="306000"/>
          </a:xfrm>
        </p:spPr>
        <p:txBody>
          <a:bodyPr anchor="ctr"/>
          <a:lstStyle>
            <a:lvl1pPr marL="0" indent="0">
              <a:lnSpc>
                <a:spcPct val="90000"/>
              </a:lnSpc>
              <a:buNone/>
              <a:defRPr b="1"/>
            </a:lvl1pPr>
            <a:lvl2pPr marL="337534" indent="0">
              <a:buNone/>
              <a:defRPr/>
            </a:lvl2pPr>
          </a:lstStyle>
          <a:p>
            <a:pPr lvl="0"/>
            <a:r>
              <a:rPr lang="de-DE" dirty="0"/>
              <a:t>Text</a:t>
            </a:r>
          </a:p>
        </p:txBody>
      </p:sp>
      <p:sp>
        <p:nvSpPr>
          <p:cNvPr id="17" name="Textplatzhalter 17">
            <a:extLst>
              <a:ext uri="{FF2B5EF4-FFF2-40B4-BE49-F238E27FC236}">
                <a16:creationId xmlns:a16="http://schemas.microsoft.com/office/drawing/2014/main" id="{4CA8C42E-84F4-3034-0B90-68DECCDD604D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 bwMode="gray">
          <a:xfrm>
            <a:off x="3992030" y="3948483"/>
            <a:ext cx="3780000" cy="169508"/>
          </a:xfrm>
        </p:spPr>
        <p:txBody>
          <a:bodyPr anchor="t"/>
          <a:lstStyle>
            <a:lvl1pPr marL="0" indent="0">
              <a:lnSpc>
                <a:spcPct val="90000"/>
              </a:lnSpc>
              <a:buNone/>
              <a:defRPr/>
            </a:lvl1pPr>
            <a:lvl2pPr marL="337534" indent="0">
              <a:buNone/>
              <a:defRPr/>
            </a:lvl2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18" name="Textplatzhalter 13">
            <a:extLst>
              <a:ext uri="{FF2B5EF4-FFF2-40B4-BE49-F238E27FC236}">
                <a16:creationId xmlns:a16="http://schemas.microsoft.com/office/drawing/2014/main" id="{3BA74403-312D-5844-2D79-0D7ABF623D5E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 bwMode="gray">
          <a:xfrm>
            <a:off x="3992030" y="4193796"/>
            <a:ext cx="540000" cy="540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de-DE" dirty="0"/>
              <a:t> </a:t>
            </a:r>
          </a:p>
        </p:txBody>
      </p:sp>
      <p:sp>
        <p:nvSpPr>
          <p:cNvPr id="19" name="Textplatzhalter 17">
            <a:extLst>
              <a:ext uri="{FF2B5EF4-FFF2-40B4-BE49-F238E27FC236}">
                <a16:creationId xmlns:a16="http://schemas.microsoft.com/office/drawing/2014/main" id="{E795E9C1-C511-3D9B-D2B4-2D01AE7ECEDA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 bwMode="gray">
          <a:xfrm>
            <a:off x="7994663" y="4058939"/>
            <a:ext cx="675000" cy="306000"/>
          </a:xfrm>
        </p:spPr>
        <p:txBody>
          <a:bodyPr anchor="ctr"/>
          <a:lstStyle>
            <a:lvl1pPr marL="0" indent="0">
              <a:lnSpc>
                <a:spcPct val="90000"/>
              </a:lnSpc>
              <a:buNone/>
              <a:defRPr b="1"/>
            </a:lvl1pPr>
            <a:lvl2pPr marL="337534" indent="0">
              <a:buNone/>
              <a:defRPr/>
            </a:lvl2pPr>
          </a:lstStyle>
          <a:p>
            <a:pPr lvl="0"/>
            <a:r>
              <a:rPr lang="de-DE" dirty="0"/>
              <a:t>Text</a:t>
            </a:r>
          </a:p>
        </p:txBody>
      </p:sp>
      <p:sp>
        <p:nvSpPr>
          <p:cNvPr id="20" name="Textplatzhalter 17">
            <a:extLst>
              <a:ext uri="{FF2B5EF4-FFF2-40B4-BE49-F238E27FC236}">
                <a16:creationId xmlns:a16="http://schemas.microsoft.com/office/drawing/2014/main" id="{4F2F472A-CC07-D0D8-724D-AC065CAFEAC1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 bwMode="gray">
          <a:xfrm>
            <a:off x="3992030" y="4671227"/>
            <a:ext cx="3780000" cy="169508"/>
          </a:xfrm>
        </p:spPr>
        <p:txBody>
          <a:bodyPr anchor="t"/>
          <a:lstStyle>
            <a:lvl1pPr marL="0" indent="0">
              <a:lnSpc>
                <a:spcPct val="90000"/>
              </a:lnSpc>
              <a:buNone/>
              <a:defRPr/>
            </a:lvl1pPr>
            <a:lvl2pPr marL="337534" indent="0">
              <a:buNone/>
              <a:defRPr/>
            </a:lvl2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21" name="Textplatzhalter 13">
            <a:extLst>
              <a:ext uri="{FF2B5EF4-FFF2-40B4-BE49-F238E27FC236}">
                <a16:creationId xmlns:a16="http://schemas.microsoft.com/office/drawing/2014/main" id="{51576017-128E-5451-A3A0-F7A385FEE9B8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 bwMode="gray">
          <a:xfrm>
            <a:off x="3992030" y="4916540"/>
            <a:ext cx="540000" cy="54000"/>
          </a:xfrm>
          <a:prstGeom prst="roundRect">
            <a:avLst>
              <a:gd name="adj" fmla="val 50000"/>
            </a:avLst>
          </a:prstGeom>
          <a:solidFill>
            <a:schemeClr val="tx1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de-DE" dirty="0"/>
              <a:t> </a:t>
            </a:r>
          </a:p>
        </p:txBody>
      </p:sp>
      <p:sp>
        <p:nvSpPr>
          <p:cNvPr id="22" name="Textplatzhalter 17">
            <a:extLst>
              <a:ext uri="{FF2B5EF4-FFF2-40B4-BE49-F238E27FC236}">
                <a16:creationId xmlns:a16="http://schemas.microsoft.com/office/drawing/2014/main" id="{F7A84F5F-4F6B-F311-C15D-3B78C55A8C97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 bwMode="gray">
          <a:xfrm>
            <a:off x="7994663" y="4781683"/>
            <a:ext cx="675000" cy="306000"/>
          </a:xfrm>
        </p:spPr>
        <p:txBody>
          <a:bodyPr anchor="ctr"/>
          <a:lstStyle>
            <a:lvl1pPr marL="0" indent="0">
              <a:lnSpc>
                <a:spcPct val="90000"/>
              </a:lnSpc>
              <a:buNone/>
              <a:defRPr b="1"/>
            </a:lvl1pPr>
            <a:lvl2pPr marL="337534" indent="0">
              <a:buNone/>
              <a:defRPr/>
            </a:lvl2pPr>
          </a:lstStyle>
          <a:p>
            <a:pPr lvl="0"/>
            <a:r>
              <a:rPr lang="de-DE" dirty="0"/>
              <a:t>Text</a:t>
            </a:r>
          </a:p>
        </p:txBody>
      </p:sp>
      <p:sp>
        <p:nvSpPr>
          <p:cNvPr id="4" name="Titel 3">
            <a:extLst>
              <a:ext uri="{FF2B5EF4-FFF2-40B4-BE49-F238E27FC236}">
                <a16:creationId xmlns:a16="http://schemas.microsoft.com/office/drawing/2014/main" id="{A3A57592-FB23-3B74-254C-ADEBCD4E03A2}"/>
              </a:ext>
            </a:extLst>
          </p:cNvPr>
          <p:cNvSpPr>
            <a:spLocks noGrp="1"/>
          </p:cNvSpPr>
          <p:nvPr>
            <p:ph type="title"/>
          </p:nvPr>
        </p:nvSpPr>
        <p:spPr bwMode="gray"/>
        <p:txBody>
          <a:bodyPr/>
          <a:lstStyle/>
          <a:p>
            <a:r>
              <a:rPr lang="de-DE"/>
              <a:t>Mastertitelformat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2644062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martphone + Text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: Shape 8">
            <a:extLst>
              <a:ext uri="{FF2B5EF4-FFF2-40B4-BE49-F238E27FC236}">
                <a16:creationId xmlns:a16="http://schemas.microsoft.com/office/drawing/2014/main" id="{CCD1AECF-CED7-28BC-6A3B-E63EA7150BE7}"/>
              </a:ext>
            </a:extLst>
          </p:cNvPr>
          <p:cNvSpPr/>
          <p:nvPr userDrawn="1"/>
        </p:nvSpPr>
        <p:spPr bwMode="gray">
          <a:xfrm>
            <a:off x="1" y="1115115"/>
            <a:ext cx="3745523" cy="4258793"/>
          </a:xfrm>
          <a:custGeom>
            <a:avLst/>
            <a:gdLst>
              <a:gd name="connsiteX0" fmla="*/ 0 w 12192000"/>
              <a:gd name="connsiteY0" fmla="*/ 0 h 3429000"/>
              <a:gd name="connsiteX1" fmla="*/ 12192000 w 12192000"/>
              <a:gd name="connsiteY1" fmla="*/ 0 h 3429000"/>
              <a:gd name="connsiteX2" fmla="*/ 12192000 w 12192000"/>
              <a:gd name="connsiteY2" fmla="*/ 3429000 h 3429000"/>
              <a:gd name="connsiteX3" fmla="*/ 0 w 12192000"/>
              <a:gd name="connsiteY3" fmla="*/ 3429000 h 3429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3429000">
                <a:moveTo>
                  <a:pt x="0" y="0"/>
                </a:moveTo>
                <a:lnTo>
                  <a:pt x="12192000" y="0"/>
                </a:lnTo>
                <a:lnTo>
                  <a:pt x="12192000" y="3429000"/>
                </a:lnTo>
                <a:lnTo>
                  <a:pt x="0" y="34290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350" dirty="0">
              <a:solidFill>
                <a:schemeClr val="accent2"/>
              </a:solidFill>
            </a:endParaRP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8C3BF974-AC03-E162-E1D5-581054EA35BC}"/>
              </a:ext>
            </a:extLst>
          </p:cNvPr>
          <p:cNvSpPr>
            <a:spLocks noGrp="1"/>
          </p:cNvSpPr>
          <p:nvPr>
            <p:ph type="dt" sz="half" idx="14"/>
          </p:nvPr>
        </p:nvSpPr>
        <p:spPr bwMode="gray"/>
        <p:txBody>
          <a:bodyPr/>
          <a:lstStyle/>
          <a:p>
            <a:fld id="{1D3A4E6D-FD2E-442E-83FC-7573EFCD2903}" type="datetime4">
              <a:rPr lang="de-DE" noProof="0" smtClean="0"/>
              <a:t>11. Juli 2024</a:t>
            </a:fld>
            <a:endParaRPr lang="de-DE" noProof="0" dirty="0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58BC0F46-FB52-7EFF-517A-5E1C1A14F9E1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 bwMode="gray"/>
        <p:txBody>
          <a:bodyPr/>
          <a:lstStyle/>
          <a:p>
            <a:r>
              <a:rPr lang="de-DE" noProof="0"/>
              <a:t>Präsentationstitel | Verfasser</a:t>
            </a:r>
            <a:endParaRPr lang="de-DE" noProof="0" dirty="0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24F47F88-CFA0-1C8E-AB4E-16E0190FB64B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 bwMode="gray"/>
        <p:txBody>
          <a:bodyPr/>
          <a:lstStyle/>
          <a:p>
            <a:fld id="{02CEFE82-39F2-4F47-8A0C-D5AB3496FA5C}" type="slidenum">
              <a:rPr lang="de-DE" noProof="0" smtClean="0"/>
              <a:pPr/>
              <a:t>‹#›</a:t>
            </a:fld>
            <a:endParaRPr lang="de-DE" noProof="0" dirty="0"/>
          </a:p>
        </p:txBody>
      </p:sp>
      <p:sp>
        <p:nvSpPr>
          <p:cNvPr id="2" name="Textplatzhalter 5">
            <a:extLst>
              <a:ext uri="{FF2B5EF4-FFF2-40B4-BE49-F238E27FC236}">
                <a16:creationId xmlns:a16="http://schemas.microsoft.com/office/drawing/2014/main" id="{232CE0CD-5802-9B2B-4432-3C6EFA497752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 bwMode="gray">
          <a:xfrm>
            <a:off x="405000" y="6020548"/>
            <a:ext cx="8334000" cy="288000"/>
          </a:xfrm>
        </p:spPr>
        <p:txBody>
          <a:bodyPr anchor="b"/>
          <a:lstStyle>
            <a:lvl1pPr marL="0" indent="0">
              <a:spcAft>
                <a:spcPts val="300"/>
              </a:spcAft>
              <a:buNone/>
              <a:defRPr sz="800"/>
            </a:lvl1pPr>
          </a:lstStyle>
          <a:p>
            <a:pPr lvl="0"/>
            <a:r>
              <a:rPr lang="de-DE" dirty="0"/>
              <a:t>Quellen:</a:t>
            </a:r>
          </a:p>
        </p:txBody>
      </p:sp>
      <p:sp>
        <p:nvSpPr>
          <p:cNvPr id="11" name="Textplatzhalter 17">
            <a:extLst>
              <a:ext uri="{FF2B5EF4-FFF2-40B4-BE49-F238E27FC236}">
                <a16:creationId xmlns:a16="http://schemas.microsoft.com/office/drawing/2014/main" id="{FC4DF547-857B-4B23-A089-77AFDF3A4DC1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 bwMode="gray">
          <a:xfrm>
            <a:off x="405000" y="1984510"/>
            <a:ext cx="1890000" cy="2520000"/>
          </a:xfrm>
        </p:spPr>
        <p:txBody>
          <a:bodyPr anchor="ctr"/>
          <a:lstStyle>
            <a:lvl1pPr marL="0" indent="0">
              <a:lnSpc>
                <a:spcPct val="90000"/>
              </a:lnSpc>
              <a:buNone/>
              <a:defRPr sz="2400" b="1">
                <a:solidFill>
                  <a:schemeClr val="bg1"/>
                </a:solidFill>
              </a:defRPr>
            </a:lvl1pPr>
            <a:lvl2pPr marL="337534" indent="0">
              <a:buNone/>
              <a:defRPr/>
            </a:lvl2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15" name="Textplatzhalter 17">
            <a:extLst>
              <a:ext uri="{FF2B5EF4-FFF2-40B4-BE49-F238E27FC236}">
                <a16:creationId xmlns:a16="http://schemas.microsoft.com/office/drawing/2014/main" id="{1F584A04-E815-4911-E924-A3978560E483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 bwMode="gray">
          <a:xfrm>
            <a:off x="5612797" y="1790787"/>
            <a:ext cx="3126203" cy="252000"/>
          </a:xfr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1600" b="1" cap="all" baseline="0">
                <a:solidFill>
                  <a:schemeClr val="accent1"/>
                </a:solidFill>
              </a:defRPr>
            </a:lvl1pPr>
            <a:lvl2pPr marL="337534" indent="0">
              <a:buNone/>
              <a:defRPr/>
            </a:lvl2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18" name="Textplatzhalter 17">
            <a:extLst>
              <a:ext uri="{FF2B5EF4-FFF2-40B4-BE49-F238E27FC236}">
                <a16:creationId xmlns:a16="http://schemas.microsoft.com/office/drawing/2014/main" id="{987CC6B3-D222-467B-2064-0703F1EE3605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 bwMode="gray">
          <a:xfrm>
            <a:off x="5612797" y="2082089"/>
            <a:ext cx="3126203" cy="468000"/>
          </a:xfrm>
        </p:spPr>
        <p:txBody>
          <a:bodyPr anchor="t"/>
          <a:lstStyle>
            <a:lvl1pPr marL="0" indent="0">
              <a:lnSpc>
                <a:spcPct val="90000"/>
              </a:lnSpc>
              <a:buNone/>
              <a:defRPr/>
            </a:lvl1pPr>
            <a:lvl2pPr marL="337534" indent="0">
              <a:buNone/>
              <a:defRPr/>
            </a:lvl2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19" name="Textplatzhalter 17">
            <a:extLst>
              <a:ext uri="{FF2B5EF4-FFF2-40B4-BE49-F238E27FC236}">
                <a16:creationId xmlns:a16="http://schemas.microsoft.com/office/drawing/2014/main" id="{6153100C-5827-8303-C6D6-CDADE528EEB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 bwMode="gray">
          <a:xfrm>
            <a:off x="5612797" y="3074635"/>
            <a:ext cx="3126203" cy="252000"/>
          </a:xfr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1600" b="1" cap="all" baseline="0">
                <a:solidFill>
                  <a:schemeClr val="accent1"/>
                </a:solidFill>
              </a:defRPr>
            </a:lvl1pPr>
            <a:lvl2pPr marL="337534" indent="0">
              <a:buNone/>
              <a:defRPr/>
            </a:lvl2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21" name="Textplatzhalter 17">
            <a:extLst>
              <a:ext uri="{FF2B5EF4-FFF2-40B4-BE49-F238E27FC236}">
                <a16:creationId xmlns:a16="http://schemas.microsoft.com/office/drawing/2014/main" id="{D2CC7E27-716B-ACCA-F30E-776CDDE7A902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 bwMode="gray">
          <a:xfrm>
            <a:off x="5612797" y="3365937"/>
            <a:ext cx="3126203" cy="468000"/>
          </a:xfrm>
        </p:spPr>
        <p:txBody>
          <a:bodyPr anchor="t"/>
          <a:lstStyle>
            <a:lvl1pPr marL="0" indent="0">
              <a:lnSpc>
                <a:spcPct val="90000"/>
              </a:lnSpc>
              <a:buNone/>
              <a:defRPr/>
            </a:lvl1pPr>
            <a:lvl2pPr marL="337534" indent="0">
              <a:buNone/>
              <a:defRPr/>
            </a:lvl2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22" name="Textplatzhalter 17">
            <a:extLst>
              <a:ext uri="{FF2B5EF4-FFF2-40B4-BE49-F238E27FC236}">
                <a16:creationId xmlns:a16="http://schemas.microsoft.com/office/drawing/2014/main" id="{FDE11610-4A58-BD6E-FD8E-A3ED96004E71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 bwMode="gray">
          <a:xfrm>
            <a:off x="5612797" y="4358482"/>
            <a:ext cx="3126203" cy="252000"/>
          </a:xfr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1600" b="1" cap="all" baseline="0">
                <a:solidFill>
                  <a:schemeClr val="accent1"/>
                </a:solidFill>
              </a:defRPr>
            </a:lvl1pPr>
            <a:lvl2pPr marL="337534" indent="0">
              <a:buNone/>
              <a:defRPr/>
            </a:lvl2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24" name="Textplatzhalter 17">
            <a:extLst>
              <a:ext uri="{FF2B5EF4-FFF2-40B4-BE49-F238E27FC236}">
                <a16:creationId xmlns:a16="http://schemas.microsoft.com/office/drawing/2014/main" id="{55C633C3-52EE-D69F-0FF1-E3FC1130CF41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 bwMode="gray">
          <a:xfrm>
            <a:off x="5612797" y="4649784"/>
            <a:ext cx="3126203" cy="468000"/>
          </a:xfrm>
        </p:spPr>
        <p:txBody>
          <a:bodyPr anchor="t"/>
          <a:lstStyle>
            <a:lvl1pPr marL="0" indent="0">
              <a:lnSpc>
                <a:spcPct val="90000"/>
              </a:lnSpc>
              <a:buNone/>
              <a:defRPr/>
            </a:lvl1pPr>
            <a:lvl2pPr marL="337534" indent="0">
              <a:buNone/>
              <a:defRPr/>
            </a:lvl2pPr>
          </a:lstStyle>
          <a:p>
            <a:pPr lvl="0"/>
            <a:r>
              <a:rPr lang="de-DE" dirty="0"/>
              <a:t>Mastertextformat bearbeiten</a:t>
            </a:r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775F76D7-7F5E-DC3D-0814-67D67B3EE3F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29347" r="29869"/>
          <a:stretch/>
        </p:blipFill>
        <p:spPr bwMode="gray">
          <a:xfrm>
            <a:off x="2122806" y="526552"/>
            <a:ext cx="2998856" cy="5612946"/>
          </a:xfrm>
          <a:prstGeom prst="rect">
            <a:avLst/>
          </a:prstGeom>
        </p:spPr>
      </p:pic>
      <p:sp>
        <p:nvSpPr>
          <p:cNvPr id="6" name="Bildplatzhalter 15">
            <a:extLst>
              <a:ext uri="{FF2B5EF4-FFF2-40B4-BE49-F238E27FC236}">
                <a16:creationId xmlns:a16="http://schemas.microsoft.com/office/drawing/2014/main" id="{E54A2B93-CC32-0E40-0B7B-70BFE288BAD7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 bwMode="gray">
          <a:xfrm>
            <a:off x="2524850" y="1267224"/>
            <a:ext cx="2262658" cy="3950316"/>
          </a:xfrm>
          <a:prstGeom prst="rect">
            <a:avLst/>
          </a:prstGeom>
          <a:solidFill>
            <a:srgbClr val="FAFAFA"/>
          </a:solidFill>
        </p:spPr>
        <p:txBody>
          <a:bodyPr>
            <a:normAutofit/>
          </a:bodyPr>
          <a:lstStyle>
            <a:lvl1pPr marL="0" indent="0">
              <a:buNone/>
              <a:defRPr sz="1400">
                <a:latin typeface="Meta OT" panose="020B0504030101020104" pitchFamily="34" charset="0"/>
              </a:defRPr>
            </a:lvl1pPr>
          </a:lstStyle>
          <a:p>
            <a:r>
              <a:rPr lang="de-DE" dirty="0"/>
              <a:t>Bildplatzhalter:</a:t>
            </a:r>
            <a:br>
              <a:rPr lang="de-DE" dirty="0"/>
            </a:br>
            <a:r>
              <a:rPr lang="de-DE" dirty="0"/>
              <a:t>Bild durch Klicken auf Symbol hinzufügen</a:t>
            </a:r>
          </a:p>
        </p:txBody>
      </p:sp>
    </p:spTree>
    <p:extLst>
      <p:ext uri="{BB962C8B-B14F-4D97-AF65-F5344CB8AC3E}">
        <p14:creationId xmlns:p14="http://schemas.microsoft.com/office/powerpoint/2010/main" val="15183469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dschirm + Text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hteck 11">
            <a:extLst>
              <a:ext uri="{FF2B5EF4-FFF2-40B4-BE49-F238E27FC236}">
                <a16:creationId xmlns:a16="http://schemas.microsoft.com/office/drawing/2014/main" id="{63B46A6F-E55B-16F9-6CFE-0673DE597ACD}"/>
              </a:ext>
            </a:extLst>
          </p:cNvPr>
          <p:cNvSpPr/>
          <p:nvPr userDrawn="1"/>
        </p:nvSpPr>
        <p:spPr bwMode="gray">
          <a:xfrm>
            <a:off x="0" y="726831"/>
            <a:ext cx="1172308" cy="69978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>
              <a:lnSpc>
                <a:spcPct val="90000"/>
              </a:lnSpc>
              <a:spcAft>
                <a:spcPts val="1000"/>
              </a:spcAft>
            </a:pPr>
            <a:endParaRPr lang="de-DE" sz="1400" dirty="0" err="1"/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8C3BF974-AC03-E162-E1D5-581054EA35BC}"/>
              </a:ext>
            </a:extLst>
          </p:cNvPr>
          <p:cNvSpPr>
            <a:spLocks noGrp="1"/>
          </p:cNvSpPr>
          <p:nvPr>
            <p:ph type="dt" sz="half" idx="14"/>
          </p:nvPr>
        </p:nvSpPr>
        <p:spPr bwMode="gray"/>
        <p:txBody>
          <a:bodyPr/>
          <a:lstStyle/>
          <a:p>
            <a:fld id="{458A9826-622D-4690-8A67-E655201CBA64}" type="datetime4">
              <a:rPr lang="de-DE" noProof="0" smtClean="0"/>
              <a:t>11. Juli 2024</a:t>
            </a:fld>
            <a:endParaRPr lang="de-DE" noProof="0" dirty="0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58BC0F46-FB52-7EFF-517A-5E1C1A14F9E1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 bwMode="gray"/>
        <p:txBody>
          <a:bodyPr/>
          <a:lstStyle/>
          <a:p>
            <a:r>
              <a:rPr lang="de-DE" noProof="0"/>
              <a:t>Präsentationstitel | Verfasser</a:t>
            </a:r>
            <a:endParaRPr lang="de-DE" noProof="0" dirty="0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24F47F88-CFA0-1C8E-AB4E-16E0190FB64B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 bwMode="gray"/>
        <p:txBody>
          <a:bodyPr/>
          <a:lstStyle/>
          <a:p>
            <a:fld id="{02CEFE82-39F2-4F47-8A0C-D5AB3496FA5C}" type="slidenum">
              <a:rPr lang="de-DE" noProof="0" smtClean="0"/>
              <a:pPr/>
              <a:t>‹#›</a:t>
            </a:fld>
            <a:endParaRPr lang="de-DE" noProof="0" dirty="0"/>
          </a:p>
        </p:txBody>
      </p:sp>
      <p:sp>
        <p:nvSpPr>
          <p:cNvPr id="2" name="Textplatzhalter 5">
            <a:extLst>
              <a:ext uri="{FF2B5EF4-FFF2-40B4-BE49-F238E27FC236}">
                <a16:creationId xmlns:a16="http://schemas.microsoft.com/office/drawing/2014/main" id="{232CE0CD-5802-9B2B-4432-3C6EFA497752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 bwMode="gray">
          <a:xfrm>
            <a:off x="405000" y="6020548"/>
            <a:ext cx="8334000" cy="288000"/>
          </a:xfrm>
        </p:spPr>
        <p:txBody>
          <a:bodyPr anchor="b"/>
          <a:lstStyle>
            <a:lvl1pPr marL="0" indent="0">
              <a:spcAft>
                <a:spcPts val="300"/>
              </a:spcAft>
              <a:buNone/>
              <a:defRPr sz="800"/>
            </a:lvl1pPr>
          </a:lstStyle>
          <a:p>
            <a:pPr lvl="0"/>
            <a:r>
              <a:rPr lang="de-DE" dirty="0"/>
              <a:t>Quellen:</a:t>
            </a:r>
          </a:p>
        </p:txBody>
      </p:sp>
      <p:sp>
        <p:nvSpPr>
          <p:cNvPr id="24" name="Textplatzhalter 17">
            <a:extLst>
              <a:ext uri="{FF2B5EF4-FFF2-40B4-BE49-F238E27FC236}">
                <a16:creationId xmlns:a16="http://schemas.microsoft.com/office/drawing/2014/main" id="{21D66EAA-9E2B-6F1F-1F75-6B0C4E68D8D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 bwMode="gray">
          <a:xfrm>
            <a:off x="5612797" y="1790787"/>
            <a:ext cx="3126203" cy="252000"/>
          </a:xfr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1600" b="1" cap="all" baseline="0">
                <a:solidFill>
                  <a:schemeClr val="accent1"/>
                </a:solidFill>
              </a:defRPr>
            </a:lvl1pPr>
            <a:lvl2pPr marL="337534" indent="0">
              <a:buNone/>
              <a:defRPr/>
            </a:lvl2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26" name="Textplatzhalter 17">
            <a:extLst>
              <a:ext uri="{FF2B5EF4-FFF2-40B4-BE49-F238E27FC236}">
                <a16:creationId xmlns:a16="http://schemas.microsoft.com/office/drawing/2014/main" id="{A27E2AF9-FEEF-AC56-15A1-60AFACDB0FEC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 bwMode="gray">
          <a:xfrm>
            <a:off x="5612797" y="2082089"/>
            <a:ext cx="3126203" cy="468000"/>
          </a:xfrm>
        </p:spPr>
        <p:txBody>
          <a:bodyPr anchor="t"/>
          <a:lstStyle>
            <a:lvl1pPr marL="0" indent="0">
              <a:lnSpc>
                <a:spcPct val="90000"/>
              </a:lnSpc>
              <a:buNone/>
              <a:defRPr/>
            </a:lvl1pPr>
            <a:lvl2pPr marL="337534" indent="0">
              <a:buNone/>
              <a:defRPr/>
            </a:lvl2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27" name="Textplatzhalter 17">
            <a:extLst>
              <a:ext uri="{FF2B5EF4-FFF2-40B4-BE49-F238E27FC236}">
                <a16:creationId xmlns:a16="http://schemas.microsoft.com/office/drawing/2014/main" id="{DB32B275-EC56-28FC-E4FA-575314576EB7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 bwMode="gray">
          <a:xfrm>
            <a:off x="5612797" y="3074635"/>
            <a:ext cx="3126203" cy="252000"/>
          </a:xfr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1600" b="1" cap="all" baseline="0">
                <a:solidFill>
                  <a:schemeClr val="accent1"/>
                </a:solidFill>
              </a:defRPr>
            </a:lvl1pPr>
            <a:lvl2pPr marL="337534" indent="0">
              <a:buNone/>
              <a:defRPr/>
            </a:lvl2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29" name="Textplatzhalter 17">
            <a:extLst>
              <a:ext uri="{FF2B5EF4-FFF2-40B4-BE49-F238E27FC236}">
                <a16:creationId xmlns:a16="http://schemas.microsoft.com/office/drawing/2014/main" id="{3B074B46-E431-249A-9245-C91A21166841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 bwMode="gray">
          <a:xfrm>
            <a:off x="5612797" y="3365937"/>
            <a:ext cx="3126203" cy="468000"/>
          </a:xfrm>
        </p:spPr>
        <p:txBody>
          <a:bodyPr anchor="t"/>
          <a:lstStyle>
            <a:lvl1pPr marL="0" indent="0">
              <a:lnSpc>
                <a:spcPct val="90000"/>
              </a:lnSpc>
              <a:buNone/>
              <a:defRPr/>
            </a:lvl1pPr>
            <a:lvl2pPr marL="337534" indent="0">
              <a:buNone/>
              <a:defRPr/>
            </a:lvl2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30" name="Textplatzhalter 17">
            <a:extLst>
              <a:ext uri="{FF2B5EF4-FFF2-40B4-BE49-F238E27FC236}">
                <a16:creationId xmlns:a16="http://schemas.microsoft.com/office/drawing/2014/main" id="{8DCD0FDE-017A-CE02-CF9A-53D7D4E2B865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 bwMode="gray">
          <a:xfrm>
            <a:off x="5612797" y="4358482"/>
            <a:ext cx="3126203" cy="252000"/>
          </a:xfr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1600" b="1" cap="all" baseline="0">
                <a:solidFill>
                  <a:schemeClr val="accent1"/>
                </a:solidFill>
              </a:defRPr>
            </a:lvl1pPr>
            <a:lvl2pPr marL="337534" indent="0">
              <a:buNone/>
              <a:defRPr/>
            </a:lvl2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32" name="Textplatzhalter 17">
            <a:extLst>
              <a:ext uri="{FF2B5EF4-FFF2-40B4-BE49-F238E27FC236}">
                <a16:creationId xmlns:a16="http://schemas.microsoft.com/office/drawing/2014/main" id="{4A3A7C5C-7D87-C751-803D-3C22C228AEE4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 bwMode="gray">
          <a:xfrm>
            <a:off x="5612797" y="4649784"/>
            <a:ext cx="3126203" cy="468000"/>
          </a:xfrm>
        </p:spPr>
        <p:txBody>
          <a:bodyPr anchor="t"/>
          <a:lstStyle>
            <a:lvl1pPr marL="0" indent="0">
              <a:lnSpc>
                <a:spcPct val="90000"/>
              </a:lnSpc>
              <a:buNone/>
              <a:defRPr/>
            </a:lvl1pPr>
            <a:lvl2pPr marL="337534" indent="0">
              <a:buNone/>
              <a:defRPr/>
            </a:lvl2pPr>
          </a:lstStyle>
          <a:p>
            <a:pPr lvl="0"/>
            <a:r>
              <a:rPr lang="de-DE" dirty="0"/>
              <a:t>Mastertextformat bearbeiten</a:t>
            </a:r>
          </a:p>
        </p:txBody>
      </p:sp>
      <p:pic>
        <p:nvPicPr>
          <p:cNvPr id="4" name="Grafik 3" descr="Ein Bild, das Text, Screenshot, Anzeige, Bilderrahmen enthält.&#10;&#10;Automatisch generierte Beschreibung">
            <a:extLst>
              <a:ext uri="{FF2B5EF4-FFF2-40B4-BE49-F238E27FC236}">
                <a16:creationId xmlns:a16="http://schemas.microsoft.com/office/drawing/2014/main" id="{52F75CF2-B4DE-8E39-0294-F81FA5D2A8A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-244" r="-5732"/>
          <a:stretch/>
        </p:blipFill>
        <p:spPr bwMode="gray">
          <a:xfrm>
            <a:off x="0" y="1237848"/>
            <a:ext cx="4814354" cy="4199810"/>
          </a:xfrm>
          <a:prstGeom prst="rect">
            <a:avLst/>
          </a:prstGeom>
        </p:spPr>
      </p:pic>
      <p:sp>
        <p:nvSpPr>
          <p:cNvPr id="5" name="Bildplatzhalter 5">
            <a:extLst>
              <a:ext uri="{FF2B5EF4-FFF2-40B4-BE49-F238E27FC236}">
                <a16:creationId xmlns:a16="http://schemas.microsoft.com/office/drawing/2014/main" id="{15358395-ED4A-A672-4DD3-342C6A689777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 bwMode="gray">
          <a:xfrm>
            <a:off x="0" y="1426614"/>
            <a:ext cx="4419956" cy="2814812"/>
          </a:xfrm>
          <a:prstGeom prst="rect">
            <a:avLst/>
          </a:prstGeom>
          <a:solidFill>
            <a:srgbClr val="262626"/>
          </a:solidFill>
        </p:spPr>
        <p:txBody>
          <a:bodyPr>
            <a:normAutofit/>
          </a:bodyPr>
          <a:lstStyle>
            <a:lvl1pPr marL="0" indent="0" algn="ctr">
              <a:buNone/>
              <a:defRPr sz="1400" b="1">
                <a:solidFill>
                  <a:schemeClr val="bg1"/>
                </a:solidFill>
                <a:latin typeface="Meta OT" panose="020B0504030101020104" pitchFamily="34" charset="0"/>
              </a:defRPr>
            </a:lvl1pPr>
          </a:lstStyle>
          <a:p>
            <a:br>
              <a:rPr lang="de-DE" dirty="0"/>
            </a:br>
            <a:r>
              <a:rPr lang="de-DE" dirty="0"/>
              <a:t>Bildplatzhalter:</a:t>
            </a:r>
            <a:br>
              <a:rPr lang="de-DE" dirty="0"/>
            </a:br>
            <a:r>
              <a:rPr lang="de-DE" dirty="0"/>
              <a:t>Bild durch Klicken auf Symbol hinzufügen</a:t>
            </a:r>
          </a:p>
        </p:txBody>
      </p:sp>
      <p:pic>
        <p:nvPicPr>
          <p:cNvPr id="10" name="Grafik 9">
            <a:extLst>
              <a:ext uri="{FF2B5EF4-FFF2-40B4-BE49-F238E27FC236}">
                <a16:creationId xmlns:a16="http://schemas.microsoft.com/office/drawing/2014/main" id="{C4CF0256-4C3C-DBA5-9F97-56BA01E26257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gray">
          <a:xfrm>
            <a:off x="2793967" y="4477781"/>
            <a:ext cx="1698434" cy="1296472"/>
          </a:xfrm>
          <a:prstGeom prst="rect">
            <a:avLst/>
          </a:prstGeom>
        </p:spPr>
      </p:pic>
      <p:sp>
        <p:nvSpPr>
          <p:cNvPr id="11" name="Bildplatzhalter 29">
            <a:extLst>
              <a:ext uri="{FF2B5EF4-FFF2-40B4-BE49-F238E27FC236}">
                <a16:creationId xmlns:a16="http://schemas.microsoft.com/office/drawing/2014/main" id="{2CC802D0-F041-C6D8-5D8D-59597DCD53D0}"/>
              </a:ext>
            </a:extLst>
          </p:cNvPr>
          <p:cNvSpPr>
            <a:spLocks noGrp="1"/>
          </p:cNvSpPr>
          <p:nvPr>
            <p:ph type="pic" sz="quarter" idx="31" hasCustomPrompt="1"/>
          </p:nvPr>
        </p:nvSpPr>
        <p:spPr bwMode="gray">
          <a:xfrm>
            <a:off x="3376694" y="4640892"/>
            <a:ext cx="532980" cy="919606"/>
          </a:xfrm>
          <a:prstGeom prst="rect">
            <a:avLst/>
          </a:prstGeom>
          <a:solidFill>
            <a:srgbClr val="FAFAFA"/>
          </a:solidFill>
        </p:spPr>
        <p:txBody>
          <a:bodyPr/>
          <a:lstStyle>
            <a:lvl1pPr marL="0" indent="0">
              <a:buNone/>
              <a:defRPr sz="1400">
                <a:latin typeface="Meta OT" panose="020B0504030101020104" pitchFamily="34" charset="0"/>
              </a:defRPr>
            </a:lvl1pPr>
          </a:lstStyle>
          <a:p>
            <a:r>
              <a:rPr lang="de-DE" dirty="0"/>
              <a:t>Bildplatzhalter</a:t>
            </a:r>
          </a:p>
        </p:txBody>
      </p:sp>
    </p:spTree>
    <p:extLst>
      <p:ext uri="{BB962C8B-B14F-4D97-AF65-F5344CB8AC3E}">
        <p14:creationId xmlns:p14="http://schemas.microsoft.com/office/powerpoint/2010/main" val="5328622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ontakt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ubtitle"/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404999" y="798303"/>
            <a:ext cx="8334001" cy="360000"/>
          </a:xfrm>
        </p:spPr>
        <p:txBody>
          <a:bodyPr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240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de-DE" noProof="0" dirty="0"/>
              <a:t>Zweite Überschrift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8C3BF974-AC03-E162-E1D5-581054EA35BC}"/>
              </a:ext>
            </a:extLst>
          </p:cNvPr>
          <p:cNvSpPr>
            <a:spLocks noGrp="1"/>
          </p:cNvSpPr>
          <p:nvPr>
            <p:ph type="dt" sz="half" idx="14"/>
          </p:nvPr>
        </p:nvSpPr>
        <p:spPr bwMode="gray"/>
        <p:txBody>
          <a:bodyPr/>
          <a:lstStyle/>
          <a:p>
            <a:fld id="{4E2361B9-B017-499A-9311-458153475966}" type="datetime4">
              <a:rPr lang="de-DE" noProof="0" smtClean="0"/>
              <a:t>11. Juli 2024</a:t>
            </a:fld>
            <a:endParaRPr lang="de-DE" noProof="0" dirty="0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58BC0F46-FB52-7EFF-517A-5E1C1A14F9E1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 bwMode="gray"/>
        <p:txBody>
          <a:bodyPr/>
          <a:lstStyle/>
          <a:p>
            <a:r>
              <a:rPr lang="de-DE" noProof="0"/>
              <a:t>Präsentationstitel | Verfasser</a:t>
            </a:r>
            <a:endParaRPr lang="de-DE" noProof="0" dirty="0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24F47F88-CFA0-1C8E-AB4E-16E0190FB64B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 bwMode="gray"/>
        <p:txBody>
          <a:bodyPr/>
          <a:lstStyle/>
          <a:p>
            <a:fld id="{02CEFE82-39F2-4F47-8A0C-D5AB3496FA5C}" type="slidenum">
              <a:rPr lang="de-DE" noProof="0" smtClean="0"/>
              <a:pPr/>
              <a:t>‹#›</a:t>
            </a:fld>
            <a:endParaRPr lang="de-DE" noProof="0" dirty="0"/>
          </a:p>
        </p:txBody>
      </p:sp>
      <p:sp>
        <p:nvSpPr>
          <p:cNvPr id="2" name="Textplatzhalter 5">
            <a:extLst>
              <a:ext uri="{FF2B5EF4-FFF2-40B4-BE49-F238E27FC236}">
                <a16:creationId xmlns:a16="http://schemas.microsoft.com/office/drawing/2014/main" id="{232CE0CD-5802-9B2B-4432-3C6EFA497752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 bwMode="gray">
          <a:xfrm>
            <a:off x="405000" y="6020548"/>
            <a:ext cx="8334000" cy="288000"/>
          </a:xfrm>
        </p:spPr>
        <p:txBody>
          <a:bodyPr anchor="b"/>
          <a:lstStyle>
            <a:lvl1pPr marL="0" indent="0">
              <a:spcAft>
                <a:spcPts val="300"/>
              </a:spcAft>
              <a:buNone/>
              <a:defRPr sz="800"/>
            </a:lvl1pPr>
          </a:lstStyle>
          <a:p>
            <a:pPr lvl="0"/>
            <a:r>
              <a:rPr lang="de-DE" dirty="0"/>
              <a:t>Quellen:</a:t>
            </a:r>
          </a:p>
        </p:txBody>
      </p:sp>
      <p:sp>
        <p:nvSpPr>
          <p:cNvPr id="4" name="Freeform: Shape 8">
            <a:extLst>
              <a:ext uri="{FF2B5EF4-FFF2-40B4-BE49-F238E27FC236}">
                <a16:creationId xmlns:a16="http://schemas.microsoft.com/office/drawing/2014/main" id="{D68EFFBF-097E-BE79-716A-009C1E1F7868}"/>
              </a:ext>
            </a:extLst>
          </p:cNvPr>
          <p:cNvSpPr/>
          <p:nvPr userDrawn="1"/>
        </p:nvSpPr>
        <p:spPr bwMode="gray">
          <a:xfrm>
            <a:off x="1" y="1728000"/>
            <a:ext cx="3745523" cy="4140000"/>
          </a:xfrm>
          <a:custGeom>
            <a:avLst/>
            <a:gdLst>
              <a:gd name="connsiteX0" fmla="*/ 0 w 12192000"/>
              <a:gd name="connsiteY0" fmla="*/ 0 h 3429000"/>
              <a:gd name="connsiteX1" fmla="*/ 12192000 w 12192000"/>
              <a:gd name="connsiteY1" fmla="*/ 0 h 3429000"/>
              <a:gd name="connsiteX2" fmla="*/ 12192000 w 12192000"/>
              <a:gd name="connsiteY2" fmla="*/ 3429000 h 3429000"/>
              <a:gd name="connsiteX3" fmla="*/ 0 w 12192000"/>
              <a:gd name="connsiteY3" fmla="*/ 3429000 h 3429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3429000">
                <a:moveTo>
                  <a:pt x="0" y="0"/>
                </a:moveTo>
                <a:lnTo>
                  <a:pt x="12192000" y="0"/>
                </a:lnTo>
                <a:lnTo>
                  <a:pt x="12192000" y="3429000"/>
                </a:lnTo>
                <a:lnTo>
                  <a:pt x="0" y="34290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350" dirty="0">
              <a:solidFill>
                <a:schemeClr val="accent2"/>
              </a:solidFill>
            </a:endParaRPr>
          </a:p>
        </p:txBody>
      </p:sp>
      <p:sp>
        <p:nvSpPr>
          <p:cNvPr id="5" name="Textplatzhalter 17">
            <a:extLst>
              <a:ext uri="{FF2B5EF4-FFF2-40B4-BE49-F238E27FC236}">
                <a16:creationId xmlns:a16="http://schemas.microsoft.com/office/drawing/2014/main" id="{5C7467CB-1367-4047-CDBD-574130AC8C2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 bwMode="gray">
          <a:xfrm>
            <a:off x="404999" y="2416701"/>
            <a:ext cx="2051285" cy="1455502"/>
          </a:xfrm>
        </p:spPr>
        <p:txBody>
          <a:bodyPr anchor="b"/>
          <a:lstStyle>
            <a:lvl1pPr marL="0" indent="0" algn="r">
              <a:lnSpc>
                <a:spcPct val="90000"/>
              </a:lnSpc>
              <a:spcAft>
                <a:spcPts val="0"/>
              </a:spcAft>
              <a:buNone/>
              <a:defRPr sz="2400" b="1">
                <a:solidFill>
                  <a:schemeClr val="bg1"/>
                </a:solidFill>
              </a:defRPr>
            </a:lvl1pPr>
            <a:lvl2pPr marL="337534" indent="0">
              <a:buNone/>
              <a:defRPr/>
            </a:lvl2pPr>
          </a:lstStyle>
          <a:p>
            <a:pPr lvl="0"/>
            <a:r>
              <a:rPr lang="de-DE" dirty="0"/>
              <a:t>Vorname</a:t>
            </a:r>
            <a:br>
              <a:rPr lang="de-DE" dirty="0"/>
            </a:br>
            <a:r>
              <a:rPr lang="de-DE" dirty="0"/>
              <a:t>Name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65EC5C56-A765-0E06-D36F-50384CD028AE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 bwMode="gray">
          <a:xfrm>
            <a:off x="4959000" y="1728000"/>
            <a:ext cx="3780000" cy="4140000"/>
          </a:xfrm>
          <a:custGeom>
            <a:avLst/>
            <a:gdLst>
              <a:gd name="connsiteX0" fmla="*/ 0 w 11520000"/>
              <a:gd name="connsiteY0" fmla="*/ 0 h 4298400"/>
              <a:gd name="connsiteX1" fmla="*/ 11520000 w 11520000"/>
              <a:gd name="connsiteY1" fmla="*/ 0 h 4298400"/>
              <a:gd name="connsiteX2" fmla="*/ 11520000 w 11520000"/>
              <a:gd name="connsiteY2" fmla="*/ 4298400 h 4298400"/>
              <a:gd name="connsiteX3" fmla="*/ 0 w 11520000"/>
              <a:gd name="connsiteY3" fmla="*/ 4298400 h 4298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520000" h="4298400">
                <a:moveTo>
                  <a:pt x="0" y="0"/>
                </a:moveTo>
                <a:lnTo>
                  <a:pt x="11520000" y="0"/>
                </a:lnTo>
                <a:lnTo>
                  <a:pt x="11520000" y="4298400"/>
                </a:lnTo>
                <a:lnTo>
                  <a:pt x="0" y="429840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>
              <a:buNone/>
              <a:defRPr/>
            </a:lvl1pPr>
          </a:lstStyle>
          <a:p>
            <a:pPr lvl="0"/>
            <a:r>
              <a:rPr lang="de-DE" dirty="0"/>
              <a:t>Kontaktinformationen</a:t>
            </a:r>
          </a:p>
        </p:txBody>
      </p:sp>
      <p:sp>
        <p:nvSpPr>
          <p:cNvPr id="10" name="Bildplatzhalter 3">
            <a:extLst>
              <a:ext uri="{FF2B5EF4-FFF2-40B4-BE49-F238E27FC236}">
                <a16:creationId xmlns:a16="http://schemas.microsoft.com/office/drawing/2014/main" id="{421980BD-7772-D025-4FF5-51474DE9E3D7}"/>
              </a:ext>
            </a:extLst>
          </p:cNvPr>
          <p:cNvSpPr>
            <a:spLocks noGrp="1" noChangeAspect="1"/>
          </p:cNvSpPr>
          <p:nvPr>
            <p:ph type="pic" sz="quarter" idx="10"/>
          </p:nvPr>
        </p:nvSpPr>
        <p:spPr bwMode="gray">
          <a:xfrm>
            <a:off x="2792371" y="2844000"/>
            <a:ext cx="1906306" cy="1908000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 w="63500">
            <a:solidFill>
              <a:schemeClr val="bg1"/>
            </a:solidFill>
          </a:ln>
        </p:spPr>
        <p:txBody>
          <a:bodyPr wrap="square">
            <a:noAutofit/>
          </a:bodyPr>
          <a:lstStyle>
            <a:lvl1pPr marL="0" indent="0" algn="ctr">
              <a:buNone/>
              <a:defRPr sz="750" b="1"/>
            </a:lvl1pPr>
          </a:lstStyle>
          <a:p>
            <a:endParaRPr lang="de-DE" dirty="0"/>
          </a:p>
          <a:p>
            <a:r>
              <a:rPr lang="de-DE" dirty="0"/>
              <a:t>Bildplatzhalter:</a:t>
            </a:r>
            <a:br>
              <a:rPr lang="de-DE" dirty="0"/>
            </a:br>
            <a:r>
              <a:rPr lang="de-DE" dirty="0"/>
              <a:t>Bild durch Klicken auf Symbol hinzufügen</a:t>
            </a:r>
          </a:p>
        </p:txBody>
      </p:sp>
      <p:sp>
        <p:nvSpPr>
          <p:cNvPr id="11" name="Textplatzhalter 17">
            <a:extLst>
              <a:ext uri="{FF2B5EF4-FFF2-40B4-BE49-F238E27FC236}">
                <a16:creationId xmlns:a16="http://schemas.microsoft.com/office/drawing/2014/main" id="{8D5297E8-DEC3-392B-D124-F7461870075F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 bwMode="gray">
          <a:xfrm>
            <a:off x="404999" y="4189436"/>
            <a:ext cx="2051285" cy="205157"/>
          </a:xfrm>
        </p:spPr>
        <p:txBody>
          <a:bodyPr anchor="b"/>
          <a:lstStyle>
            <a:lvl1pPr marL="0" indent="0" algn="r">
              <a:lnSpc>
                <a:spcPct val="90000"/>
              </a:lnSpc>
              <a:buNone/>
              <a:defRPr sz="1050" b="0" cap="all" spc="225" baseline="0">
                <a:solidFill>
                  <a:schemeClr val="bg1"/>
                </a:solidFill>
              </a:defRPr>
            </a:lvl1pPr>
            <a:lvl2pPr marL="337534" indent="0">
              <a:buNone/>
              <a:defRPr/>
            </a:lvl2pPr>
          </a:lstStyle>
          <a:p>
            <a:pPr lvl="0"/>
            <a:r>
              <a:rPr lang="de-DE" dirty="0"/>
              <a:t>Position</a:t>
            </a:r>
          </a:p>
        </p:txBody>
      </p:sp>
      <p:cxnSp>
        <p:nvCxnSpPr>
          <p:cNvPr id="12" name="Straight Connector 8">
            <a:extLst>
              <a:ext uri="{FF2B5EF4-FFF2-40B4-BE49-F238E27FC236}">
                <a16:creationId xmlns:a16="http://schemas.microsoft.com/office/drawing/2014/main" id="{53F48132-47AB-A60C-FB01-A8FE1F4603AA}"/>
              </a:ext>
            </a:extLst>
          </p:cNvPr>
          <p:cNvCxnSpPr>
            <a:cxnSpLocks/>
          </p:cNvCxnSpPr>
          <p:nvPr userDrawn="1"/>
        </p:nvCxnSpPr>
        <p:spPr bwMode="gray">
          <a:xfrm>
            <a:off x="2017409" y="4019556"/>
            <a:ext cx="424878" cy="0"/>
          </a:xfrm>
          <a:prstGeom prst="line">
            <a:avLst/>
          </a:prstGeom>
          <a:ln w="38100" cap="rnd" cmpd="sng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itel 14">
            <a:extLst>
              <a:ext uri="{FF2B5EF4-FFF2-40B4-BE49-F238E27FC236}">
                <a16:creationId xmlns:a16="http://schemas.microsoft.com/office/drawing/2014/main" id="{B2CFF599-AFB9-A70E-60B7-B6960E09A89E}"/>
              </a:ext>
            </a:extLst>
          </p:cNvPr>
          <p:cNvSpPr>
            <a:spLocks noGrp="1"/>
          </p:cNvSpPr>
          <p:nvPr>
            <p:ph type="title"/>
          </p:nvPr>
        </p:nvSpPr>
        <p:spPr bwMode="gray"/>
        <p:txBody>
          <a:bodyPr/>
          <a:lstStyle/>
          <a:p>
            <a:r>
              <a:rPr lang="de-DE" dirty="0"/>
              <a:t>Mastertitelformat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37758250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ontakt (hell)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ubtitle"/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404999" y="798303"/>
            <a:ext cx="8334001" cy="360000"/>
          </a:xfrm>
        </p:spPr>
        <p:txBody>
          <a:bodyPr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240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de-DE" noProof="0" dirty="0"/>
              <a:t>Zweite Überschrift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8C3BF974-AC03-E162-E1D5-581054EA35BC}"/>
              </a:ext>
            </a:extLst>
          </p:cNvPr>
          <p:cNvSpPr>
            <a:spLocks noGrp="1"/>
          </p:cNvSpPr>
          <p:nvPr>
            <p:ph type="dt" sz="half" idx="14"/>
          </p:nvPr>
        </p:nvSpPr>
        <p:spPr bwMode="gray"/>
        <p:txBody>
          <a:bodyPr/>
          <a:lstStyle/>
          <a:p>
            <a:fld id="{4E2361B9-B017-499A-9311-458153475966}" type="datetime4">
              <a:rPr lang="de-DE" noProof="0" smtClean="0"/>
              <a:t>11. Juli 2024</a:t>
            </a:fld>
            <a:endParaRPr lang="de-DE" noProof="0" dirty="0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58BC0F46-FB52-7EFF-517A-5E1C1A14F9E1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 bwMode="gray"/>
        <p:txBody>
          <a:bodyPr/>
          <a:lstStyle/>
          <a:p>
            <a:r>
              <a:rPr lang="de-DE" noProof="0"/>
              <a:t>Präsentationstitel | Verfasser</a:t>
            </a:r>
            <a:endParaRPr lang="de-DE" noProof="0" dirty="0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24F47F88-CFA0-1C8E-AB4E-16E0190FB64B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 bwMode="gray"/>
        <p:txBody>
          <a:bodyPr/>
          <a:lstStyle/>
          <a:p>
            <a:fld id="{02CEFE82-39F2-4F47-8A0C-D5AB3496FA5C}" type="slidenum">
              <a:rPr lang="de-DE" noProof="0" smtClean="0"/>
              <a:pPr/>
              <a:t>‹#›</a:t>
            </a:fld>
            <a:endParaRPr lang="de-DE" noProof="0" dirty="0"/>
          </a:p>
        </p:txBody>
      </p:sp>
      <p:sp>
        <p:nvSpPr>
          <p:cNvPr id="2" name="Textplatzhalter 5">
            <a:extLst>
              <a:ext uri="{FF2B5EF4-FFF2-40B4-BE49-F238E27FC236}">
                <a16:creationId xmlns:a16="http://schemas.microsoft.com/office/drawing/2014/main" id="{232CE0CD-5802-9B2B-4432-3C6EFA497752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 bwMode="gray">
          <a:xfrm>
            <a:off x="405000" y="6020548"/>
            <a:ext cx="8334000" cy="288000"/>
          </a:xfrm>
        </p:spPr>
        <p:txBody>
          <a:bodyPr anchor="b"/>
          <a:lstStyle>
            <a:lvl1pPr marL="0" indent="0">
              <a:spcAft>
                <a:spcPts val="300"/>
              </a:spcAft>
              <a:buNone/>
              <a:defRPr sz="800"/>
            </a:lvl1pPr>
          </a:lstStyle>
          <a:p>
            <a:pPr lvl="0"/>
            <a:r>
              <a:rPr lang="de-DE" dirty="0"/>
              <a:t>Quellen:</a:t>
            </a:r>
          </a:p>
        </p:txBody>
      </p:sp>
      <p:sp>
        <p:nvSpPr>
          <p:cNvPr id="4" name="Freeform: Shape 8">
            <a:extLst>
              <a:ext uri="{FF2B5EF4-FFF2-40B4-BE49-F238E27FC236}">
                <a16:creationId xmlns:a16="http://schemas.microsoft.com/office/drawing/2014/main" id="{D68EFFBF-097E-BE79-716A-009C1E1F7868}"/>
              </a:ext>
            </a:extLst>
          </p:cNvPr>
          <p:cNvSpPr/>
          <p:nvPr userDrawn="1"/>
        </p:nvSpPr>
        <p:spPr bwMode="gray">
          <a:xfrm>
            <a:off x="1" y="1728000"/>
            <a:ext cx="3745523" cy="4140000"/>
          </a:xfrm>
          <a:custGeom>
            <a:avLst/>
            <a:gdLst>
              <a:gd name="connsiteX0" fmla="*/ 0 w 12192000"/>
              <a:gd name="connsiteY0" fmla="*/ 0 h 3429000"/>
              <a:gd name="connsiteX1" fmla="*/ 12192000 w 12192000"/>
              <a:gd name="connsiteY1" fmla="*/ 0 h 3429000"/>
              <a:gd name="connsiteX2" fmla="*/ 12192000 w 12192000"/>
              <a:gd name="connsiteY2" fmla="*/ 3429000 h 3429000"/>
              <a:gd name="connsiteX3" fmla="*/ 0 w 12192000"/>
              <a:gd name="connsiteY3" fmla="*/ 3429000 h 3429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3429000">
                <a:moveTo>
                  <a:pt x="0" y="0"/>
                </a:moveTo>
                <a:lnTo>
                  <a:pt x="12192000" y="0"/>
                </a:lnTo>
                <a:lnTo>
                  <a:pt x="12192000" y="3429000"/>
                </a:lnTo>
                <a:lnTo>
                  <a:pt x="0" y="3429000"/>
                </a:lnTo>
                <a:close/>
              </a:path>
            </a:pathLst>
          </a:custGeom>
          <a:solidFill>
            <a:schemeClr val="bg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350" dirty="0">
              <a:solidFill>
                <a:schemeClr val="accent2"/>
              </a:solidFill>
            </a:endParaRPr>
          </a:p>
        </p:txBody>
      </p:sp>
      <p:sp>
        <p:nvSpPr>
          <p:cNvPr id="5" name="Textplatzhalter 17">
            <a:extLst>
              <a:ext uri="{FF2B5EF4-FFF2-40B4-BE49-F238E27FC236}">
                <a16:creationId xmlns:a16="http://schemas.microsoft.com/office/drawing/2014/main" id="{5C7467CB-1367-4047-CDBD-574130AC8C2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 bwMode="gray">
          <a:xfrm>
            <a:off x="404999" y="2416701"/>
            <a:ext cx="2051285" cy="1455502"/>
          </a:xfrm>
        </p:spPr>
        <p:txBody>
          <a:bodyPr anchor="b"/>
          <a:lstStyle>
            <a:lvl1pPr marL="0" indent="0" algn="r">
              <a:lnSpc>
                <a:spcPct val="90000"/>
              </a:lnSpc>
              <a:spcAft>
                <a:spcPts val="0"/>
              </a:spcAft>
              <a:buNone/>
              <a:defRPr sz="2400" b="1">
                <a:solidFill>
                  <a:schemeClr val="tx1"/>
                </a:solidFill>
              </a:defRPr>
            </a:lvl1pPr>
            <a:lvl2pPr marL="337534" indent="0">
              <a:buNone/>
              <a:defRPr/>
            </a:lvl2pPr>
          </a:lstStyle>
          <a:p>
            <a:pPr lvl="0"/>
            <a:r>
              <a:rPr lang="de-DE" dirty="0"/>
              <a:t>Vorname</a:t>
            </a:r>
            <a:br>
              <a:rPr lang="de-DE" dirty="0"/>
            </a:br>
            <a:r>
              <a:rPr lang="de-DE" dirty="0"/>
              <a:t>Name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65EC5C56-A765-0E06-D36F-50384CD028AE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 bwMode="gray">
          <a:xfrm>
            <a:off x="4959000" y="1728000"/>
            <a:ext cx="3780000" cy="4140000"/>
          </a:xfrm>
          <a:custGeom>
            <a:avLst/>
            <a:gdLst>
              <a:gd name="connsiteX0" fmla="*/ 0 w 11520000"/>
              <a:gd name="connsiteY0" fmla="*/ 0 h 4298400"/>
              <a:gd name="connsiteX1" fmla="*/ 11520000 w 11520000"/>
              <a:gd name="connsiteY1" fmla="*/ 0 h 4298400"/>
              <a:gd name="connsiteX2" fmla="*/ 11520000 w 11520000"/>
              <a:gd name="connsiteY2" fmla="*/ 4298400 h 4298400"/>
              <a:gd name="connsiteX3" fmla="*/ 0 w 11520000"/>
              <a:gd name="connsiteY3" fmla="*/ 4298400 h 4298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520000" h="4298400">
                <a:moveTo>
                  <a:pt x="0" y="0"/>
                </a:moveTo>
                <a:lnTo>
                  <a:pt x="11520000" y="0"/>
                </a:lnTo>
                <a:lnTo>
                  <a:pt x="11520000" y="4298400"/>
                </a:lnTo>
                <a:lnTo>
                  <a:pt x="0" y="429840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>
              <a:buNone/>
              <a:defRPr/>
            </a:lvl1pPr>
          </a:lstStyle>
          <a:p>
            <a:pPr lvl="0"/>
            <a:r>
              <a:rPr lang="de-DE" dirty="0"/>
              <a:t>Kontaktinformationen</a:t>
            </a:r>
          </a:p>
        </p:txBody>
      </p:sp>
      <p:sp>
        <p:nvSpPr>
          <p:cNvPr id="10" name="Bildplatzhalter 3">
            <a:extLst>
              <a:ext uri="{FF2B5EF4-FFF2-40B4-BE49-F238E27FC236}">
                <a16:creationId xmlns:a16="http://schemas.microsoft.com/office/drawing/2014/main" id="{421980BD-7772-D025-4FF5-51474DE9E3D7}"/>
              </a:ext>
            </a:extLst>
          </p:cNvPr>
          <p:cNvSpPr>
            <a:spLocks noGrp="1" noChangeAspect="1"/>
          </p:cNvSpPr>
          <p:nvPr>
            <p:ph type="pic" sz="quarter" idx="10"/>
          </p:nvPr>
        </p:nvSpPr>
        <p:spPr bwMode="gray">
          <a:xfrm>
            <a:off x="2792371" y="2844000"/>
            <a:ext cx="1906306" cy="1908000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 w="63500">
            <a:solidFill>
              <a:schemeClr val="bg1"/>
            </a:solidFill>
          </a:ln>
        </p:spPr>
        <p:txBody>
          <a:bodyPr wrap="square">
            <a:noAutofit/>
          </a:bodyPr>
          <a:lstStyle>
            <a:lvl1pPr marL="0" indent="0" algn="ctr">
              <a:buNone/>
              <a:defRPr sz="750" b="1"/>
            </a:lvl1pPr>
          </a:lstStyle>
          <a:p>
            <a:endParaRPr lang="de-DE" dirty="0"/>
          </a:p>
          <a:p>
            <a:r>
              <a:rPr lang="de-DE" dirty="0"/>
              <a:t>Bildplatzhalter:</a:t>
            </a:r>
            <a:br>
              <a:rPr lang="de-DE" dirty="0"/>
            </a:br>
            <a:r>
              <a:rPr lang="de-DE" dirty="0"/>
              <a:t>Bild durch Klicken auf Symbol hinzufügen</a:t>
            </a:r>
          </a:p>
        </p:txBody>
      </p:sp>
      <p:sp>
        <p:nvSpPr>
          <p:cNvPr id="11" name="Textplatzhalter 17">
            <a:extLst>
              <a:ext uri="{FF2B5EF4-FFF2-40B4-BE49-F238E27FC236}">
                <a16:creationId xmlns:a16="http://schemas.microsoft.com/office/drawing/2014/main" id="{8D5297E8-DEC3-392B-D124-F7461870075F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 bwMode="gray">
          <a:xfrm>
            <a:off x="404999" y="4189436"/>
            <a:ext cx="2051285" cy="205157"/>
          </a:xfrm>
        </p:spPr>
        <p:txBody>
          <a:bodyPr anchor="b"/>
          <a:lstStyle>
            <a:lvl1pPr marL="0" indent="0" algn="r">
              <a:lnSpc>
                <a:spcPct val="90000"/>
              </a:lnSpc>
              <a:buNone/>
              <a:defRPr sz="1050" b="0" cap="all" spc="225" baseline="0">
                <a:solidFill>
                  <a:schemeClr val="tx1"/>
                </a:solidFill>
              </a:defRPr>
            </a:lvl1pPr>
            <a:lvl2pPr marL="337534" indent="0">
              <a:buNone/>
              <a:defRPr/>
            </a:lvl2pPr>
          </a:lstStyle>
          <a:p>
            <a:pPr lvl="0"/>
            <a:r>
              <a:rPr lang="de-DE" dirty="0"/>
              <a:t>Position</a:t>
            </a:r>
          </a:p>
        </p:txBody>
      </p:sp>
      <p:cxnSp>
        <p:nvCxnSpPr>
          <p:cNvPr id="12" name="Straight Connector 8">
            <a:extLst>
              <a:ext uri="{FF2B5EF4-FFF2-40B4-BE49-F238E27FC236}">
                <a16:creationId xmlns:a16="http://schemas.microsoft.com/office/drawing/2014/main" id="{53F48132-47AB-A60C-FB01-A8FE1F4603AA}"/>
              </a:ext>
            </a:extLst>
          </p:cNvPr>
          <p:cNvCxnSpPr>
            <a:cxnSpLocks/>
          </p:cNvCxnSpPr>
          <p:nvPr userDrawn="1"/>
        </p:nvCxnSpPr>
        <p:spPr bwMode="gray">
          <a:xfrm>
            <a:off x="2017409" y="4019556"/>
            <a:ext cx="424878" cy="0"/>
          </a:xfrm>
          <a:prstGeom prst="line">
            <a:avLst/>
          </a:prstGeom>
          <a:ln w="38100" cap="rnd" cmpd="sng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itel 14">
            <a:extLst>
              <a:ext uri="{FF2B5EF4-FFF2-40B4-BE49-F238E27FC236}">
                <a16:creationId xmlns:a16="http://schemas.microsoft.com/office/drawing/2014/main" id="{B2CFF599-AFB9-A70E-60B7-B6960E09A89E}"/>
              </a:ext>
            </a:extLst>
          </p:cNvPr>
          <p:cNvSpPr>
            <a:spLocks noGrp="1"/>
          </p:cNvSpPr>
          <p:nvPr>
            <p:ph type="title"/>
          </p:nvPr>
        </p:nvSpPr>
        <p:spPr bwMode="gray"/>
        <p:txBody>
          <a:bodyPr/>
          <a:lstStyle/>
          <a:p>
            <a:r>
              <a:rPr lang="de-DE" dirty="0"/>
              <a:t>Mastertitelformat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3249232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 Schlussfolie mit Bild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>
            <a:extLst>
              <a:ext uri="{FF2B5EF4-FFF2-40B4-BE49-F238E27FC236}">
                <a16:creationId xmlns:a16="http://schemas.microsoft.com/office/drawing/2014/main" id="{A4C192B0-715F-8C48-E81F-8C60D8AB064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405001" y="5651700"/>
            <a:ext cx="8334000" cy="540000"/>
          </a:xfrm>
        </p:spPr>
        <p:txBody>
          <a:bodyPr/>
          <a:lstStyle>
            <a:lvl1pPr>
              <a:defRPr sz="3200" cap="all" spc="300" baseline="0"/>
            </a:lvl1pPr>
          </a:lstStyle>
          <a:p>
            <a:r>
              <a:rPr lang="de-DE" noProof="0" dirty="0"/>
              <a:t>Vielen Dank!</a:t>
            </a:r>
          </a:p>
        </p:txBody>
      </p:sp>
      <p:sp>
        <p:nvSpPr>
          <p:cNvPr id="11" name="Freeform: Shape 8">
            <a:extLst>
              <a:ext uri="{FF2B5EF4-FFF2-40B4-BE49-F238E27FC236}">
                <a16:creationId xmlns:a16="http://schemas.microsoft.com/office/drawing/2014/main" id="{92D53527-3E46-4934-8A1A-A727D15859E9}"/>
              </a:ext>
            </a:extLst>
          </p:cNvPr>
          <p:cNvSpPr/>
          <p:nvPr userDrawn="1"/>
        </p:nvSpPr>
        <p:spPr bwMode="gray">
          <a:xfrm>
            <a:off x="0" y="4108361"/>
            <a:ext cx="9144000" cy="1067241"/>
          </a:xfrm>
          <a:custGeom>
            <a:avLst/>
            <a:gdLst>
              <a:gd name="connsiteX0" fmla="*/ 0 w 12192000"/>
              <a:gd name="connsiteY0" fmla="*/ 0 h 3429000"/>
              <a:gd name="connsiteX1" fmla="*/ 12192000 w 12192000"/>
              <a:gd name="connsiteY1" fmla="*/ 0 h 3429000"/>
              <a:gd name="connsiteX2" fmla="*/ 12192000 w 12192000"/>
              <a:gd name="connsiteY2" fmla="*/ 3429000 h 3429000"/>
              <a:gd name="connsiteX3" fmla="*/ 0 w 12192000"/>
              <a:gd name="connsiteY3" fmla="*/ 3429000 h 3429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3429000">
                <a:moveTo>
                  <a:pt x="0" y="0"/>
                </a:moveTo>
                <a:lnTo>
                  <a:pt x="12192000" y="0"/>
                </a:lnTo>
                <a:lnTo>
                  <a:pt x="12192000" y="3429000"/>
                </a:lnTo>
                <a:lnTo>
                  <a:pt x="0" y="34290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350" dirty="0">
              <a:solidFill>
                <a:schemeClr val="accent2"/>
              </a:solidFill>
            </a:endParaRPr>
          </a:p>
        </p:txBody>
      </p:sp>
      <p:cxnSp>
        <p:nvCxnSpPr>
          <p:cNvPr id="12" name="Straight Connector 8">
            <a:extLst>
              <a:ext uri="{FF2B5EF4-FFF2-40B4-BE49-F238E27FC236}">
                <a16:creationId xmlns:a16="http://schemas.microsoft.com/office/drawing/2014/main" id="{DD53894C-B9EA-D4A9-E715-09AFE608F831}"/>
              </a:ext>
            </a:extLst>
          </p:cNvPr>
          <p:cNvCxnSpPr>
            <a:cxnSpLocks/>
          </p:cNvCxnSpPr>
          <p:nvPr userDrawn="1"/>
        </p:nvCxnSpPr>
        <p:spPr bwMode="gray">
          <a:xfrm>
            <a:off x="405000" y="6267843"/>
            <a:ext cx="424878" cy="0"/>
          </a:xfrm>
          <a:prstGeom prst="line">
            <a:avLst/>
          </a:prstGeom>
          <a:ln w="38100" cap="rnd" cmpd="sng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Bildplatzhalter 18">
            <a:extLst>
              <a:ext uri="{FF2B5EF4-FFF2-40B4-BE49-F238E27FC236}">
                <a16:creationId xmlns:a16="http://schemas.microsoft.com/office/drawing/2014/main" id="{4B31FCDB-6D8B-D1BE-F764-A8408040FD70}"/>
              </a:ext>
            </a:extLst>
          </p:cNvPr>
          <p:cNvSpPr>
            <a:spLocks noGrp="1" noChangeAspect="1"/>
          </p:cNvSpPr>
          <p:nvPr>
            <p:ph type="pic" sz="quarter" idx="10"/>
          </p:nvPr>
        </p:nvSpPr>
        <p:spPr bwMode="gray">
          <a:xfrm>
            <a:off x="405000" y="1287553"/>
            <a:ext cx="8334000" cy="3655922"/>
          </a:xfrm>
          <a:custGeom>
            <a:avLst/>
            <a:gdLst>
              <a:gd name="connsiteX0" fmla="*/ 0 w 11520000"/>
              <a:gd name="connsiteY0" fmla="*/ 0 h 4298400"/>
              <a:gd name="connsiteX1" fmla="*/ 11520000 w 11520000"/>
              <a:gd name="connsiteY1" fmla="*/ 0 h 4298400"/>
              <a:gd name="connsiteX2" fmla="*/ 11520000 w 11520000"/>
              <a:gd name="connsiteY2" fmla="*/ 4298400 h 4298400"/>
              <a:gd name="connsiteX3" fmla="*/ 0 w 11520000"/>
              <a:gd name="connsiteY3" fmla="*/ 4298400 h 4298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520000" h="4298400">
                <a:moveTo>
                  <a:pt x="0" y="0"/>
                </a:moveTo>
                <a:lnTo>
                  <a:pt x="11520000" y="0"/>
                </a:lnTo>
                <a:lnTo>
                  <a:pt x="11520000" y="4298400"/>
                </a:lnTo>
                <a:lnTo>
                  <a:pt x="0" y="4298400"/>
                </a:lnTo>
                <a:close/>
              </a:path>
            </a:pathLst>
          </a:custGeom>
          <a:solidFill>
            <a:schemeClr val="accent2">
              <a:lumMod val="20000"/>
              <a:lumOff val="80000"/>
            </a:schemeClr>
          </a:solidFill>
        </p:spPr>
        <p:txBody>
          <a:bodyPr wrap="square">
            <a:noAutofit/>
          </a:bodyPr>
          <a:lstStyle>
            <a:lvl1pPr marL="0" indent="0" algn="ctr">
              <a:buNone/>
              <a:defRPr sz="750" b="1"/>
            </a:lvl1pPr>
          </a:lstStyle>
          <a:p>
            <a:endParaRPr lang="de-DE" dirty="0"/>
          </a:p>
          <a:p>
            <a:r>
              <a:rPr lang="de-DE" dirty="0"/>
              <a:t>Bildplatzhalter:</a:t>
            </a:r>
            <a:br>
              <a:rPr lang="de-DE" dirty="0"/>
            </a:br>
            <a:r>
              <a:rPr lang="de-DE" dirty="0"/>
              <a:t>Bild durch Klicken auf Symbol hinzufügen</a:t>
            </a:r>
          </a:p>
        </p:txBody>
      </p:sp>
      <p:pic>
        <p:nvPicPr>
          <p:cNvPr id="2" name="Grafik 1">
            <a:extLst>
              <a:ext uri="{FF2B5EF4-FFF2-40B4-BE49-F238E27FC236}">
                <a16:creationId xmlns:a16="http://schemas.microsoft.com/office/drawing/2014/main" id="{B1D70BDB-D975-A1A4-764C-BA0D472762E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369" r="-343"/>
          <a:stretch/>
        </p:blipFill>
        <p:spPr bwMode="gray">
          <a:xfrm>
            <a:off x="6849872" y="431999"/>
            <a:ext cx="1912720" cy="3069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23754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 Schlussfolie mit Bild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Bildplatzhalter 18">
            <a:extLst>
              <a:ext uri="{FF2B5EF4-FFF2-40B4-BE49-F238E27FC236}">
                <a16:creationId xmlns:a16="http://schemas.microsoft.com/office/drawing/2014/main" id="{4B31FCDB-6D8B-D1BE-F764-A8408040FD70}"/>
              </a:ext>
            </a:extLst>
          </p:cNvPr>
          <p:cNvSpPr>
            <a:spLocks noGrp="1" noChangeAspect="1"/>
          </p:cNvSpPr>
          <p:nvPr>
            <p:ph type="pic" sz="quarter" idx="10"/>
          </p:nvPr>
        </p:nvSpPr>
        <p:spPr bwMode="gray">
          <a:xfrm>
            <a:off x="0" y="1"/>
            <a:ext cx="9144000" cy="4120164"/>
          </a:xfrm>
          <a:custGeom>
            <a:avLst/>
            <a:gdLst>
              <a:gd name="connsiteX0" fmla="*/ 0 w 11520000"/>
              <a:gd name="connsiteY0" fmla="*/ 0 h 4298400"/>
              <a:gd name="connsiteX1" fmla="*/ 11520000 w 11520000"/>
              <a:gd name="connsiteY1" fmla="*/ 0 h 4298400"/>
              <a:gd name="connsiteX2" fmla="*/ 11520000 w 11520000"/>
              <a:gd name="connsiteY2" fmla="*/ 4298400 h 4298400"/>
              <a:gd name="connsiteX3" fmla="*/ 0 w 11520000"/>
              <a:gd name="connsiteY3" fmla="*/ 4298400 h 4298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520000" h="4298400">
                <a:moveTo>
                  <a:pt x="0" y="0"/>
                </a:moveTo>
                <a:lnTo>
                  <a:pt x="11520000" y="0"/>
                </a:lnTo>
                <a:lnTo>
                  <a:pt x="11520000" y="4298400"/>
                </a:lnTo>
                <a:lnTo>
                  <a:pt x="0" y="4298400"/>
                </a:lnTo>
                <a:close/>
              </a:path>
            </a:pathLst>
          </a:custGeom>
          <a:solidFill>
            <a:schemeClr val="accent2">
              <a:lumMod val="20000"/>
              <a:lumOff val="80000"/>
            </a:schemeClr>
          </a:solidFill>
        </p:spPr>
        <p:txBody>
          <a:bodyPr wrap="square">
            <a:noAutofit/>
          </a:bodyPr>
          <a:lstStyle>
            <a:lvl1pPr marL="0" indent="0" algn="ctr">
              <a:buNone/>
              <a:defRPr sz="750" b="1"/>
            </a:lvl1pPr>
          </a:lstStyle>
          <a:p>
            <a:endParaRPr lang="de-DE" dirty="0"/>
          </a:p>
          <a:p>
            <a:r>
              <a:rPr lang="de-DE" dirty="0"/>
              <a:t>Bildplatzhalter:</a:t>
            </a:r>
            <a:br>
              <a:rPr lang="de-DE" dirty="0"/>
            </a:br>
            <a:r>
              <a:rPr lang="de-DE" dirty="0"/>
              <a:t>Bild durch Klicken auf Symbol hinzufügen</a:t>
            </a:r>
          </a:p>
        </p:txBody>
      </p:sp>
      <p:sp>
        <p:nvSpPr>
          <p:cNvPr id="11" name="Freeform: Shape 8">
            <a:extLst>
              <a:ext uri="{FF2B5EF4-FFF2-40B4-BE49-F238E27FC236}">
                <a16:creationId xmlns:a16="http://schemas.microsoft.com/office/drawing/2014/main" id="{92D53527-3E46-4934-8A1A-A727D15859E9}"/>
              </a:ext>
            </a:extLst>
          </p:cNvPr>
          <p:cNvSpPr/>
          <p:nvPr userDrawn="1"/>
        </p:nvSpPr>
        <p:spPr bwMode="gray">
          <a:xfrm>
            <a:off x="0" y="4108360"/>
            <a:ext cx="9144000" cy="2749640"/>
          </a:xfrm>
          <a:custGeom>
            <a:avLst/>
            <a:gdLst>
              <a:gd name="connsiteX0" fmla="*/ 0 w 12192000"/>
              <a:gd name="connsiteY0" fmla="*/ 0 h 3429000"/>
              <a:gd name="connsiteX1" fmla="*/ 12192000 w 12192000"/>
              <a:gd name="connsiteY1" fmla="*/ 0 h 3429000"/>
              <a:gd name="connsiteX2" fmla="*/ 12192000 w 12192000"/>
              <a:gd name="connsiteY2" fmla="*/ 3429000 h 3429000"/>
              <a:gd name="connsiteX3" fmla="*/ 0 w 12192000"/>
              <a:gd name="connsiteY3" fmla="*/ 3429000 h 3429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3429000">
                <a:moveTo>
                  <a:pt x="0" y="0"/>
                </a:moveTo>
                <a:lnTo>
                  <a:pt x="12192000" y="0"/>
                </a:lnTo>
                <a:lnTo>
                  <a:pt x="12192000" y="3429000"/>
                </a:lnTo>
                <a:lnTo>
                  <a:pt x="0" y="34290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350" dirty="0">
              <a:solidFill>
                <a:schemeClr val="accent2"/>
              </a:solidFill>
            </a:endParaRPr>
          </a:p>
        </p:txBody>
      </p:sp>
      <p:pic>
        <p:nvPicPr>
          <p:cNvPr id="17" name="Grafik 16">
            <a:extLst>
              <a:ext uri="{FF2B5EF4-FFF2-40B4-BE49-F238E27FC236}">
                <a16:creationId xmlns:a16="http://schemas.microsoft.com/office/drawing/2014/main" id="{361E523B-4753-8B65-C607-B7C37B955DB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lum bright="100000"/>
            <a:alphaModFix amt="2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696" r="59247" b="16768"/>
          <a:stretch/>
        </p:blipFill>
        <p:spPr bwMode="gray">
          <a:xfrm>
            <a:off x="3815603" y="5128725"/>
            <a:ext cx="5328397" cy="1729277"/>
          </a:xfrm>
          <a:custGeom>
            <a:avLst/>
            <a:gdLst>
              <a:gd name="connsiteX0" fmla="*/ 0 w 5620353"/>
              <a:gd name="connsiteY0" fmla="*/ 0 h 1729277"/>
              <a:gd name="connsiteX1" fmla="*/ 5620353 w 5620353"/>
              <a:gd name="connsiteY1" fmla="*/ 0 h 1729277"/>
              <a:gd name="connsiteX2" fmla="*/ 5620353 w 5620353"/>
              <a:gd name="connsiteY2" fmla="*/ 1729277 h 1729277"/>
              <a:gd name="connsiteX3" fmla="*/ 0 w 5620353"/>
              <a:gd name="connsiteY3" fmla="*/ 1729277 h 17292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20353" h="1729277">
                <a:moveTo>
                  <a:pt x="0" y="0"/>
                </a:moveTo>
                <a:lnTo>
                  <a:pt x="5620353" y="0"/>
                </a:lnTo>
                <a:lnTo>
                  <a:pt x="5620353" y="1729277"/>
                </a:lnTo>
                <a:lnTo>
                  <a:pt x="0" y="1729277"/>
                </a:lnTo>
                <a:close/>
              </a:path>
            </a:pathLst>
          </a:custGeom>
        </p:spPr>
      </p:pic>
      <p:sp>
        <p:nvSpPr>
          <p:cNvPr id="5" name="Titel 2">
            <a:extLst>
              <a:ext uri="{FF2B5EF4-FFF2-40B4-BE49-F238E27FC236}">
                <a16:creationId xmlns:a16="http://schemas.microsoft.com/office/drawing/2014/main" id="{5322EA7D-800B-36BF-687E-C8293EADAE3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405000" y="4700142"/>
            <a:ext cx="8334000" cy="540000"/>
          </a:xfrm>
        </p:spPr>
        <p:txBody>
          <a:bodyPr/>
          <a:lstStyle>
            <a:lvl1pPr>
              <a:defRPr sz="3200" cap="all" spc="300" baseline="0">
                <a:solidFill>
                  <a:schemeClr val="bg1"/>
                </a:solidFill>
              </a:defRPr>
            </a:lvl1pPr>
          </a:lstStyle>
          <a:p>
            <a:r>
              <a:rPr lang="de-DE" noProof="0" dirty="0"/>
              <a:t>Vielen Dank!</a:t>
            </a:r>
          </a:p>
        </p:txBody>
      </p:sp>
      <p:cxnSp>
        <p:nvCxnSpPr>
          <p:cNvPr id="6" name="Straight Connector 8">
            <a:extLst>
              <a:ext uri="{FF2B5EF4-FFF2-40B4-BE49-F238E27FC236}">
                <a16:creationId xmlns:a16="http://schemas.microsoft.com/office/drawing/2014/main" id="{0BABB708-F513-5202-E092-3C6628376B22}"/>
              </a:ext>
            </a:extLst>
          </p:cNvPr>
          <p:cNvCxnSpPr>
            <a:cxnSpLocks/>
          </p:cNvCxnSpPr>
          <p:nvPr userDrawn="1"/>
        </p:nvCxnSpPr>
        <p:spPr bwMode="gray">
          <a:xfrm>
            <a:off x="464439" y="5348732"/>
            <a:ext cx="424878" cy="0"/>
          </a:xfrm>
          <a:prstGeom prst="line">
            <a:avLst/>
          </a:prstGeom>
          <a:ln w="38100" cap="rnd" cmpd="sng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platzhalter 13">
            <a:extLst>
              <a:ext uri="{FF2B5EF4-FFF2-40B4-BE49-F238E27FC236}">
                <a16:creationId xmlns:a16="http://schemas.microsoft.com/office/drawing/2014/main" id="{1C280C65-D615-00F6-CC12-622297AB3569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 bwMode="gray">
          <a:xfrm>
            <a:off x="0" y="3759982"/>
            <a:ext cx="9144000" cy="359192"/>
          </a:xfrm>
          <a:prstGeom prst="rect">
            <a:avLst/>
          </a:prstGeom>
          <a:solidFill>
            <a:schemeClr val="accent6">
              <a:alpha val="75000"/>
            </a:schemeClr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de-DE" dirty="0"/>
              <a:t> </a:t>
            </a:r>
          </a:p>
        </p:txBody>
      </p:sp>
      <p:sp>
        <p:nvSpPr>
          <p:cNvPr id="2" name="Textplatzhalter 5">
            <a:extLst>
              <a:ext uri="{FF2B5EF4-FFF2-40B4-BE49-F238E27FC236}">
                <a16:creationId xmlns:a16="http://schemas.microsoft.com/office/drawing/2014/main" id="{E70F9551-02CD-8F88-E645-DFA4AFA73DD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 bwMode="gray">
          <a:xfrm>
            <a:off x="405000" y="5542522"/>
            <a:ext cx="5940000" cy="814769"/>
          </a:xfrm>
        </p:spPr>
        <p:txBody>
          <a:bodyPr numCol="2" spcCol="180000"/>
          <a:lstStyle>
            <a:lvl1pPr marL="0" indent="0">
              <a:lnSpc>
                <a:spcPct val="90000"/>
              </a:lnSpc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de-DE" dirty="0"/>
              <a:t>Kontakt</a:t>
            </a:r>
          </a:p>
        </p:txBody>
      </p:sp>
    </p:spTree>
    <p:extLst>
      <p:ext uri="{BB962C8B-B14F-4D97-AF65-F5344CB8AC3E}">
        <p14:creationId xmlns:p14="http://schemas.microsoft.com/office/powerpoint/2010/main" val="40164677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image" Target="../media/image1.emf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"/>
          <p:cNvSpPr>
            <a:spLocks noGrp="1"/>
          </p:cNvSpPr>
          <p:nvPr>
            <p:ph type="title"/>
          </p:nvPr>
        </p:nvSpPr>
        <p:spPr bwMode="gray">
          <a:xfrm>
            <a:off x="405000" y="432000"/>
            <a:ext cx="8334000" cy="360000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de-DE" noProof="0" dirty="0"/>
              <a:t>Titelmasterformat durch Klicken bearbeiten</a:t>
            </a:r>
          </a:p>
        </p:txBody>
      </p:sp>
      <p:sp>
        <p:nvSpPr>
          <p:cNvPr id="3" name="Inhalt"/>
          <p:cNvSpPr>
            <a:spLocks noGrp="1"/>
          </p:cNvSpPr>
          <p:nvPr>
            <p:ph type="body" idx="1"/>
          </p:nvPr>
        </p:nvSpPr>
        <p:spPr bwMode="gray">
          <a:xfrm>
            <a:off x="405000" y="1728000"/>
            <a:ext cx="8334000" cy="41400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de-DE" noProof="0" dirty="0"/>
              <a:t>Textmasterformat bearbeiten</a:t>
            </a:r>
          </a:p>
          <a:p>
            <a:pPr lvl="1"/>
            <a:r>
              <a:rPr lang="de-DE" noProof="0" dirty="0"/>
              <a:t>Zweite Ebene</a:t>
            </a:r>
          </a:p>
          <a:p>
            <a:pPr lvl="2"/>
            <a:r>
              <a:rPr lang="de-DE" noProof="0" dirty="0"/>
              <a:t>Dritte Ebene</a:t>
            </a:r>
          </a:p>
          <a:p>
            <a:pPr lvl="3"/>
            <a:r>
              <a:rPr lang="de-DE" noProof="0" dirty="0"/>
              <a:t>Vierte Ebene</a:t>
            </a:r>
          </a:p>
          <a:p>
            <a:pPr lvl="4"/>
            <a:r>
              <a:rPr lang="de-DE" noProof="0" dirty="0"/>
              <a:t>Fünfte Ebene</a:t>
            </a:r>
          </a:p>
        </p:txBody>
      </p:sp>
      <p:sp>
        <p:nvSpPr>
          <p:cNvPr id="4" name="Datum"/>
          <p:cNvSpPr>
            <a:spLocks noGrp="1"/>
          </p:cNvSpPr>
          <p:nvPr>
            <p:ph type="dt" sz="half" idx="2"/>
          </p:nvPr>
        </p:nvSpPr>
        <p:spPr bwMode="gray">
          <a:xfrm>
            <a:off x="7144050" y="6493063"/>
            <a:ext cx="1324365" cy="288000"/>
          </a:xfrm>
          <a:prstGeom prst="rect">
            <a:avLst/>
          </a:prstGeom>
        </p:spPr>
        <p:txBody>
          <a:bodyPr vert="horz" lIns="0" tIns="0" rIns="0" bIns="0" rtlCol="0" anchor="ctr" anchorCtr="0"/>
          <a:lstStyle>
            <a:lvl1pPr algn="r">
              <a:defRPr sz="800">
                <a:solidFill>
                  <a:schemeClr val="bg2"/>
                </a:solidFill>
              </a:defRPr>
            </a:lvl1pPr>
          </a:lstStyle>
          <a:p>
            <a:fld id="{7E413074-A06C-48D2-82BF-B884AE79882A}" type="datetime4">
              <a:rPr lang="de-DE" smtClean="0"/>
              <a:pPr/>
              <a:t>11. Juli 2024</a:t>
            </a:fld>
            <a:endParaRPr lang="de-DE" dirty="0"/>
          </a:p>
        </p:txBody>
      </p:sp>
      <p:sp>
        <p:nvSpPr>
          <p:cNvPr id="5" name="Fußzeile"/>
          <p:cNvSpPr>
            <a:spLocks noGrp="1"/>
          </p:cNvSpPr>
          <p:nvPr>
            <p:ph type="ftr" sz="quarter" idx="3"/>
          </p:nvPr>
        </p:nvSpPr>
        <p:spPr bwMode="gray">
          <a:xfrm>
            <a:off x="405000" y="6493063"/>
            <a:ext cx="5670000" cy="288000"/>
          </a:xfrm>
          <a:prstGeom prst="rect">
            <a:avLst/>
          </a:prstGeom>
        </p:spPr>
        <p:txBody>
          <a:bodyPr vert="horz" lIns="0" tIns="0" rIns="0" bIns="0" rtlCol="0" anchor="ctr" anchorCtr="0"/>
          <a:lstStyle>
            <a:lvl1pPr algn="l">
              <a:defRPr sz="800">
                <a:solidFill>
                  <a:schemeClr val="bg2"/>
                </a:solidFill>
              </a:defRPr>
            </a:lvl1pPr>
          </a:lstStyle>
          <a:p>
            <a:r>
              <a:rPr lang="de-DE"/>
              <a:t>Präsentationstitel | Verfasser</a:t>
            </a:r>
            <a:endParaRPr lang="de-DE" dirty="0"/>
          </a:p>
        </p:txBody>
      </p:sp>
      <p:sp>
        <p:nvSpPr>
          <p:cNvPr id="6" name="Foliennummer"/>
          <p:cNvSpPr>
            <a:spLocks noGrp="1"/>
          </p:cNvSpPr>
          <p:nvPr>
            <p:ph type="sldNum" sz="quarter" idx="4"/>
          </p:nvPr>
        </p:nvSpPr>
        <p:spPr bwMode="gray">
          <a:xfrm>
            <a:off x="8506092" y="6493063"/>
            <a:ext cx="232908" cy="288000"/>
          </a:xfrm>
          <a:prstGeom prst="rect">
            <a:avLst/>
          </a:prstGeom>
        </p:spPr>
        <p:txBody>
          <a:bodyPr vert="horz" lIns="0" tIns="0" rIns="0" bIns="0" rtlCol="0" anchor="ctr" anchorCtr="0"/>
          <a:lstStyle>
            <a:lvl1pPr algn="r">
              <a:defRPr sz="800">
                <a:solidFill>
                  <a:schemeClr val="bg2"/>
                </a:solidFill>
              </a:defRPr>
            </a:lvl1pPr>
          </a:lstStyle>
          <a:p>
            <a:fld id="{02CEFE82-39F2-4F47-8A0C-D5AB3496FA5C}" type="slidenum">
              <a:rPr lang="de-DE" smtClean="0"/>
              <a:pPr/>
              <a:t>‹#›</a:t>
            </a:fld>
            <a:endParaRPr lang="de-DE" dirty="0"/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BA9B1628-400D-AFA9-F3A7-313D813DA80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9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369" r="-343"/>
          <a:stretch/>
        </p:blipFill>
        <p:spPr bwMode="gray">
          <a:xfrm>
            <a:off x="6849872" y="431999"/>
            <a:ext cx="1912720" cy="306940"/>
          </a:xfrm>
          <a:prstGeom prst="rect">
            <a:avLst/>
          </a:prstGeom>
        </p:spPr>
      </p:pic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62578F8E-ADE3-83CD-BBD4-F2AF811B81C3}"/>
              </a:ext>
            </a:extLst>
          </p:cNvPr>
          <p:cNvCxnSpPr>
            <a:cxnSpLocks/>
          </p:cNvCxnSpPr>
          <p:nvPr userDrawn="1"/>
        </p:nvCxnSpPr>
        <p:spPr bwMode="gray">
          <a:xfrm>
            <a:off x="405000" y="1200504"/>
            <a:ext cx="424878" cy="0"/>
          </a:xfrm>
          <a:prstGeom prst="line">
            <a:avLst/>
          </a:prstGeom>
          <a:ln w="38100" cap="rnd" cmpd="sng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Gerader Verbinder 27">
            <a:extLst>
              <a:ext uri="{FF2B5EF4-FFF2-40B4-BE49-F238E27FC236}">
                <a16:creationId xmlns:a16="http://schemas.microsoft.com/office/drawing/2014/main" id="{B5722733-4586-8907-05DD-71491D81A516}"/>
              </a:ext>
            </a:extLst>
          </p:cNvPr>
          <p:cNvCxnSpPr>
            <a:cxnSpLocks/>
          </p:cNvCxnSpPr>
          <p:nvPr userDrawn="1"/>
        </p:nvCxnSpPr>
        <p:spPr bwMode="gray">
          <a:xfrm>
            <a:off x="405000" y="6426000"/>
            <a:ext cx="8334001" cy="0"/>
          </a:xfrm>
          <a:prstGeom prst="line">
            <a:avLst/>
          </a:prstGeom>
          <a:ln w="12700" cap="rnd" cmpd="sng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159226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75" r:id="rId1"/>
    <p:sldLayoutId id="2147483991" r:id="rId2"/>
    <p:sldLayoutId id="2147483992" r:id="rId3"/>
    <p:sldLayoutId id="2147483986" r:id="rId4"/>
    <p:sldLayoutId id="2147484001" r:id="rId5"/>
    <p:sldLayoutId id="2147483974" r:id="rId6"/>
    <p:sldLayoutId id="2147483976" r:id="rId7"/>
    <p:sldLayoutId id="2147483977" r:id="rId8"/>
    <p:sldLayoutId id="2147483995" r:id="rId9"/>
    <p:sldLayoutId id="2147483978" r:id="rId10"/>
    <p:sldLayoutId id="2147483984" r:id="rId11"/>
    <p:sldLayoutId id="2147483985" r:id="rId12"/>
    <p:sldLayoutId id="2147483979" r:id="rId13"/>
    <p:sldLayoutId id="2147483997" r:id="rId14"/>
    <p:sldLayoutId id="2147483981" r:id="rId15"/>
    <p:sldLayoutId id="2147483982" r:id="rId16"/>
    <p:sldLayoutId id="2147484000" r:id="rId17"/>
    <p:sldLayoutId id="2147484002" r:id="rId18"/>
    <p:sldLayoutId id="2147483983" r:id="rId19"/>
    <p:sldLayoutId id="2147483993" r:id="rId20"/>
    <p:sldLayoutId id="2147483996" r:id="rId21"/>
    <p:sldLayoutId id="2147483987" r:id="rId22"/>
    <p:sldLayoutId id="2147483988" r:id="rId23"/>
    <p:sldLayoutId id="2147483999" r:id="rId24"/>
    <p:sldLayoutId id="2147484003" r:id="rId25"/>
    <p:sldLayoutId id="2147483990" r:id="rId26"/>
    <p:sldLayoutId id="2147483998" r:id="rId27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/>
  <p:txStyles>
    <p:titleStyle>
      <a:lvl1pPr algn="l" defTabSz="685868" rtl="0" eaLnBrk="1" latinLnBrk="0" hangingPunct="1">
        <a:lnSpc>
          <a:spcPct val="90000"/>
        </a:lnSpc>
        <a:spcBef>
          <a:spcPct val="0"/>
        </a:spcBef>
        <a:buNone/>
        <a:defRPr sz="2400" b="1" kern="1200" cap="none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02520" indent="-202520" algn="l" defTabSz="685868" rtl="0" eaLnBrk="1" latinLnBrk="0" hangingPunct="1">
        <a:lnSpc>
          <a:spcPct val="130000"/>
        </a:lnSpc>
        <a:spcBef>
          <a:spcPts val="0"/>
        </a:spcBef>
        <a:spcAft>
          <a:spcPts val="900"/>
        </a:spcAft>
        <a:buClr>
          <a:schemeClr val="accent1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540054" indent="-202520" algn="l" defTabSz="685868" rtl="0" eaLnBrk="1" latinLnBrk="0" hangingPunct="1">
        <a:lnSpc>
          <a:spcPct val="130000"/>
        </a:lnSpc>
        <a:spcBef>
          <a:spcPts val="0"/>
        </a:spcBef>
        <a:spcAft>
          <a:spcPts val="900"/>
        </a:spcAft>
        <a:buFont typeface="Arial" panose="020B0604020202020204" pitchFamily="34" charset="0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810081" indent="-202520" algn="l" defTabSz="685868" rtl="0" eaLnBrk="1" latinLnBrk="0" hangingPunct="1">
        <a:lnSpc>
          <a:spcPct val="130000"/>
        </a:lnSpc>
        <a:spcBef>
          <a:spcPts val="0"/>
        </a:spcBef>
        <a:spcAft>
          <a:spcPts val="900"/>
        </a:spcAft>
        <a:buFont typeface="Arial" panose="020B0604020202020204" pitchFamily="34" charset="0"/>
        <a:buChar char="–"/>
        <a:defRPr sz="1000" kern="1200">
          <a:solidFill>
            <a:schemeClr val="tx1"/>
          </a:solidFill>
          <a:latin typeface="+mn-lt"/>
          <a:ea typeface="+mn-ea"/>
          <a:cs typeface="+mn-cs"/>
        </a:defRPr>
      </a:lvl3pPr>
      <a:lvl4pPr marL="1080108" indent="-202520" algn="l" defTabSz="685868" rtl="0" eaLnBrk="1" latinLnBrk="0" hangingPunct="1">
        <a:lnSpc>
          <a:spcPct val="130000"/>
        </a:lnSpc>
        <a:spcBef>
          <a:spcPts val="0"/>
        </a:spcBef>
        <a:spcAft>
          <a:spcPts val="900"/>
        </a:spcAft>
        <a:buFont typeface="Arial" panose="020B0604020202020204" pitchFamily="34" charset="0"/>
        <a:buChar char="–"/>
        <a:defRPr sz="1000" kern="1200">
          <a:solidFill>
            <a:schemeClr val="tx1"/>
          </a:solidFill>
          <a:latin typeface="+mn-lt"/>
          <a:ea typeface="+mn-ea"/>
          <a:cs typeface="+mn-cs"/>
        </a:defRPr>
      </a:lvl4pPr>
      <a:lvl5pPr marL="1350135" indent="-202520" algn="l" defTabSz="685868" rtl="0" eaLnBrk="1" latinLnBrk="0" hangingPunct="1">
        <a:lnSpc>
          <a:spcPct val="130000"/>
        </a:lnSpc>
        <a:spcBef>
          <a:spcPts val="0"/>
        </a:spcBef>
        <a:spcAft>
          <a:spcPts val="900"/>
        </a:spcAft>
        <a:buFont typeface="Arial" panose="020B0604020202020204" pitchFamily="34" charset="0"/>
        <a:buChar char="–"/>
        <a:defRPr sz="800" kern="1200">
          <a:solidFill>
            <a:schemeClr val="tx1"/>
          </a:solidFill>
          <a:latin typeface="+mn-lt"/>
          <a:ea typeface="+mn-ea"/>
          <a:cs typeface="+mn-cs"/>
        </a:defRPr>
      </a:lvl5pPr>
      <a:lvl6pPr marL="1886138" indent="-171467" algn="l" defTabSz="685868" rtl="0" eaLnBrk="1" latinLnBrk="0" hangingPunct="1">
        <a:spcBef>
          <a:spcPct val="20000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9073" indent="-171467" algn="l" defTabSz="685868" rtl="0" eaLnBrk="1" latinLnBrk="0" hangingPunct="1">
        <a:spcBef>
          <a:spcPct val="20000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2007" indent="-171467" algn="l" defTabSz="685868" rtl="0" eaLnBrk="1" latinLnBrk="0" hangingPunct="1">
        <a:spcBef>
          <a:spcPct val="20000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942" indent="-171467" algn="l" defTabSz="685868" rtl="0" eaLnBrk="1" latinLnBrk="0" hangingPunct="1">
        <a:spcBef>
          <a:spcPct val="20000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68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35" algn="l" defTabSz="685868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68" algn="l" defTabSz="685868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803" algn="l" defTabSz="685868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737" algn="l" defTabSz="685868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672" algn="l" defTabSz="685868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606" algn="l" defTabSz="685868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540" algn="l" defTabSz="685868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475" algn="l" defTabSz="685868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088" userDrawn="1">
          <p15:clr>
            <a:srgbClr val="FBAE40"/>
          </p15:clr>
        </p15:guide>
        <p15:guide id="2" orient="horz" pos="3700" userDrawn="1">
          <p15:clr>
            <a:srgbClr val="FBAE40"/>
          </p15:clr>
        </p15:guide>
        <p15:guide id="3" orient="horz" pos="501" userDrawn="1">
          <p15:clr>
            <a:srgbClr val="FBAE40"/>
          </p15:clr>
        </p15:guide>
        <p15:guide id="4" pos="5507" userDrawn="1">
          <p15:clr>
            <a:srgbClr val="FBAE40"/>
          </p15:clr>
        </p15:guide>
        <p15:guide id="5" pos="254" userDrawn="1">
          <p15:clr>
            <a:srgbClr val="FBAE40"/>
          </p15:clr>
        </p15:guide>
        <p15:guide id="6" orient="horz" pos="272" userDrawn="1">
          <p15:clr>
            <a:srgbClr val="FBAE40"/>
          </p15:clr>
        </p15:guide>
        <p15:guide id="7" orient="horz" pos="4047" userDrawn="1">
          <p15:clr>
            <a:srgbClr val="FBAE40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2.mp4"/><Relationship Id="rId1" Type="http://schemas.microsoft.com/office/2007/relationships/media" Target="../media/media2.mp4"/><Relationship Id="rId4" Type="http://schemas.openxmlformats.org/officeDocument/2006/relationships/image" Target="../media/image12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ildplatzhalter 5">
            <a:extLst>
              <a:ext uri="{FF2B5EF4-FFF2-40B4-BE49-F238E27FC236}">
                <a16:creationId xmlns:a16="http://schemas.microsoft.com/office/drawing/2014/main" id="{924DF51F-300F-66DE-1389-841E97C77E84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gray"/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AFCCB0AD-10BE-79ED-D933-A5862F554161}"/>
              </a:ext>
            </a:extLst>
          </p:cNvPr>
          <p:cNvSpPr>
            <a:spLocks noGrp="1"/>
          </p:cNvSpPr>
          <p:nvPr>
            <p:ph type="title"/>
          </p:nvPr>
        </p:nvSpPr>
        <p:spPr bwMode="gray"/>
        <p:txBody>
          <a:bodyPr/>
          <a:lstStyle/>
          <a:p>
            <a:r>
              <a:rPr lang="de-DE" sz="4000" dirty="0"/>
              <a:t>MUC modularbeit</a:t>
            </a:r>
          </a:p>
        </p:txBody>
      </p:sp>
      <p:sp>
        <p:nvSpPr>
          <p:cNvPr id="10" name="Textplatzhalter 9">
            <a:extLst>
              <a:ext uri="{FF2B5EF4-FFF2-40B4-BE49-F238E27FC236}">
                <a16:creationId xmlns:a16="http://schemas.microsoft.com/office/drawing/2014/main" id="{235F8068-79CE-92F4-2117-548F2D9C0692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 bwMode="gray"/>
        <p:txBody>
          <a:bodyPr/>
          <a:lstStyle/>
          <a:p>
            <a:r>
              <a:rPr lang="de-DE" dirty="0"/>
              <a:t> 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111D1C3D-36F3-01B4-7996-BB9DA061976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 bwMode="gray"/>
        <p:txBody>
          <a:bodyPr/>
          <a:lstStyle/>
          <a:p>
            <a:r>
              <a:rPr lang="de-DE" dirty="0"/>
              <a:t>© 2024 OTH Amberg-Weiden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224E390F-D28D-C40B-581F-9260703F6B1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 bwMode="gray"/>
        <p:txBody>
          <a:bodyPr/>
          <a:lstStyle/>
          <a:p>
            <a:r>
              <a:rPr lang="de-DE" dirty="0"/>
              <a:t>Maria Lyoteva | Tsvetan Stanchev</a:t>
            </a:r>
          </a:p>
        </p:txBody>
      </p:sp>
    </p:spTree>
    <p:extLst>
      <p:ext uri="{BB962C8B-B14F-4D97-AF65-F5344CB8AC3E}">
        <p14:creationId xmlns:p14="http://schemas.microsoft.com/office/powerpoint/2010/main" val="21688361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CEF8B4D4-0746-CEE5-2F50-5B09014C25B8}"/>
              </a:ext>
            </a:extLst>
          </p:cNvPr>
          <p:cNvSpPr>
            <a:spLocks noGrp="1"/>
          </p:cNvSpPr>
          <p:nvPr>
            <p:ph type="dt" sz="half" idx="14"/>
          </p:nvPr>
        </p:nvSpPr>
        <p:spPr bwMode="gray"/>
        <p:txBody>
          <a:bodyPr/>
          <a:lstStyle/>
          <a:p>
            <a:fld id="{1065B2B9-01C5-4CF7-AC68-1ABCFB96A8D8}" type="datetime4">
              <a:rPr lang="de-DE" noProof="0" smtClean="0"/>
              <a:t>11. Juli 2024</a:t>
            </a:fld>
            <a:endParaRPr lang="de-DE" noProof="0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A44AFF2F-7BF0-C42B-3AF0-0AEF6153F634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 bwMode="gray"/>
        <p:txBody>
          <a:bodyPr/>
          <a:lstStyle/>
          <a:p>
            <a:r>
              <a:rPr lang="de-DE" dirty="0"/>
              <a:t>MUC Modularbeit</a:t>
            </a:r>
            <a:r>
              <a:rPr lang="de-DE" noProof="0" dirty="0"/>
              <a:t> | </a:t>
            </a:r>
            <a:r>
              <a:rPr lang="de-DE" dirty="0"/>
              <a:t>Maria Lyoteva | Tsvetan Stanchev</a:t>
            </a:r>
            <a:endParaRPr lang="de-DE" noProof="0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97A3E21-222F-9A8B-DC95-7D5395587EA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 bwMode="gray"/>
        <p:txBody>
          <a:bodyPr/>
          <a:lstStyle/>
          <a:p>
            <a:fld id="{02CEFE82-39F2-4F47-8A0C-D5AB3496FA5C}" type="slidenum">
              <a:rPr lang="de-DE" noProof="0" smtClean="0"/>
              <a:pPr/>
              <a:t>2</a:t>
            </a:fld>
            <a:endParaRPr lang="de-DE" noProof="0" dirty="0"/>
          </a:p>
        </p:txBody>
      </p:sp>
      <p:sp>
        <p:nvSpPr>
          <p:cNvPr id="8" name="Textplatzhalter 7">
            <a:extLst>
              <a:ext uri="{FF2B5EF4-FFF2-40B4-BE49-F238E27FC236}">
                <a16:creationId xmlns:a16="http://schemas.microsoft.com/office/drawing/2014/main" id="{BBE531E5-3599-7013-9782-F33CA85F1FB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 bwMode="gray">
          <a:xfrm>
            <a:off x="401529" y="2444486"/>
            <a:ext cx="796529" cy="815313"/>
          </a:xfrm>
        </p:spPr>
        <p:txBody>
          <a:bodyPr/>
          <a:lstStyle/>
          <a:p>
            <a:r>
              <a:rPr lang="de-DE" dirty="0"/>
              <a:t>01</a:t>
            </a:r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D12DC1CE-4129-B54B-25A9-803BC75014A5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 bwMode="gray">
          <a:xfrm>
            <a:off x="401529" y="3787351"/>
            <a:ext cx="796529" cy="815313"/>
          </a:xfrm>
        </p:spPr>
        <p:txBody>
          <a:bodyPr/>
          <a:lstStyle/>
          <a:p>
            <a:r>
              <a:rPr lang="de-DE" dirty="0"/>
              <a:t>02</a:t>
            </a:r>
          </a:p>
        </p:txBody>
      </p:sp>
      <p:sp>
        <p:nvSpPr>
          <p:cNvPr id="11" name="Textplatzhalter 10">
            <a:extLst>
              <a:ext uri="{FF2B5EF4-FFF2-40B4-BE49-F238E27FC236}">
                <a16:creationId xmlns:a16="http://schemas.microsoft.com/office/drawing/2014/main" id="{BE4EEDCF-9322-D12A-86A0-EAFA4EC075EE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 bwMode="gray">
          <a:xfrm rot="5400000">
            <a:off x="994382" y="2838641"/>
            <a:ext cx="720000" cy="27000"/>
          </a:xfrm>
          <a:solidFill>
            <a:schemeClr val="accent1"/>
          </a:solidFill>
        </p:spPr>
        <p:txBody>
          <a:bodyPr/>
          <a:lstStyle/>
          <a:p>
            <a:r>
              <a:rPr lang="de-DE" dirty="0"/>
              <a:t> </a:t>
            </a:r>
          </a:p>
        </p:txBody>
      </p:sp>
      <p:sp>
        <p:nvSpPr>
          <p:cNvPr id="12" name="Textplatzhalter 11">
            <a:extLst>
              <a:ext uri="{FF2B5EF4-FFF2-40B4-BE49-F238E27FC236}">
                <a16:creationId xmlns:a16="http://schemas.microsoft.com/office/drawing/2014/main" id="{62C5EF6A-2210-D268-28CC-3FD8B0D01955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 bwMode="gray">
          <a:xfrm rot="5400000">
            <a:off x="994382" y="4181506"/>
            <a:ext cx="720000" cy="27000"/>
          </a:xfrm>
          <a:solidFill>
            <a:schemeClr val="accent1"/>
          </a:solidFill>
        </p:spPr>
        <p:txBody>
          <a:bodyPr/>
          <a:lstStyle/>
          <a:p>
            <a:r>
              <a:rPr lang="de-DE" dirty="0">
                <a:solidFill>
                  <a:schemeClr val="accent6">
                    <a:lumMod val="75000"/>
                  </a:schemeClr>
                </a:solidFill>
              </a:rPr>
              <a:t> </a:t>
            </a:r>
          </a:p>
        </p:txBody>
      </p:sp>
      <p:sp>
        <p:nvSpPr>
          <p:cNvPr id="14" name="Textplatzhalter 13">
            <a:extLst>
              <a:ext uri="{FF2B5EF4-FFF2-40B4-BE49-F238E27FC236}">
                <a16:creationId xmlns:a16="http://schemas.microsoft.com/office/drawing/2014/main" id="{F2AA32FD-DB2B-D278-6E4E-CF254ADD969A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 bwMode="gray">
          <a:xfrm>
            <a:off x="1510706" y="2444849"/>
            <a:ext cx="2700000" cy="814387"/>
          </a:xfrm>
        </p:spPr>
        <p:txBody>
          <a:bodyPr/>
          <a:lstStyle/>
          <a:p>
            <a:r>
              <a:rPr lang="de-DE" dirty="0"/>
              <a:t>Projektbeschreibung</a:t>
            </a:r>
          </a:p>
        </p:txBody>
      </p:sp>
      <p:sp>
        <p:nvSpPr>
          <p:cNvPr id="15" name="Textplatzhalter 14">
            <a:extLst>
              <a:ext uri="{FF2B5EF4-FFF2-40B4-BE49-F238E27FC236}">
                <a16:creationId xmlns:a16="http://schemas.microsoft.com/office/drawing/2014/main" id="{46596E53-4986-D6D0-2592-C81C0E0A135C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 bwMode="gray">
          <a:xfrm>
            <a:off x="1510706" y="3788277"/>
            <a:ext cx="2700000" cy="814387"/>
          </a:xfrm>
        </p:spPr>
        <p:txBody>
          <a:bodyPr/>
          <a:lstStyle/>
          <a:p>
            <a:r>
              <a:rPr lang="de-DE" dirty="0"/>
              <a:t>ESP32-Code</a:t>
            </a:r>
          </a:p>
        </p:txBody>
      </p:sp>
      <p:sp>
        <p:nvSpPr>
          <p:cNvPr id="17" name="Textplatzhalter 16">
            <a:extLst>
              <a:ext uri="{FF2B5EF4-FFF2-40B4-BE49-F238E27FC236}">
                <a16:creationId xmlns:a16="http://schemas.microsoft.com/office/drawing/2014/main" id="{BD9F9CAB-4746-90AF-4673-131F51C7207B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 bwMode="gray">
          <a:xfrm>
            <a:off x="4929823" y="2444486"/>
            <a:ext cx="796529" cy="815313"/>
          </a:xfrm>
        </p:spPr>
        <p:txBody>
          <a:bodyPr/>
          <a:lstStyle/>
          <a:p>
            <a:r>
              <a:rPr lang="de-DE" dirty="0"/>
              <a:t>03</a:t>
            </a:r>
          </a:p>
        </p:txBody>
      </p:sp>
      <p:sp>
        <p:nvSpPr>
          <p:cNvPr id="18" name="Textplatzhalter 17">
            <a:extLst>
              <a:ext uri="{FF2B5EF4-FFF2-40B4-BE49-F238E27FC236}">
                <a16:creationId xmlns:a16="http://schemas.microsoft.com/office/drawing/2014/main" id="{B560349B-8426-B297-84F5-6456921DE21A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 bwMode="gray">
          <a:xfrm>
            <a:off x="4929823" y="3787351"/>
            <a:ext cx="796529" cy="815313"/>
          </a:xfrm>
        </p:spPr>
        <p:txBody>
          <a:bodyPr/>
          <a:lstStyle/>
          <a:p>
            <a:r>
              <a:rPr lang="de-DE" dirty="0"/>
              <a:t>04</a:t>
            </a:r>
          </a:p>
        </p:txBody>
      </p:sp>
      <p:sp>
        <p:nvSpPr>
          <p:cNvPr id="20" name="Textplatzhalter 19">
            <a:extLst>
              <a:ext uri="{FF2B5EF4-FFF2-40B4-BE49-F238E27FC236}">
                <a16:creationId xmlns:a16="http://schemas.microsoft.com/office/drawing/2014/main" id="{092D31BA-82DE-2054-B5CD-EE60C523F5B2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 bwMode="gray">
          <a:xfrm rot="5400000">
            <a:off x="5522676" y="2838641"/>
            <a:ext cx="720000" cy="27000"/>
          </a:xfrm>
          <a:solidFill>
            <a:schemeClr val="accent1"/>
          </a:solidFill>
        </p:spPr>
        <p:txBody>
          <a:bodyPr/>
          <a:lstStyle/>
          <a:p>
            <a:r>
              <a:rPr lang="de-DE" dirty="0"/>
              <a:t> </a:t>
            </a:r>
          </a:p>
        </p:txBody>
      </p:sp>
      <p:sp>
        <p:nvSpPr>
          <p:cNvPr id="21" name="Textplatzhalter 20">
            <a:extLst>
              <a:ext uri="{FF2B5EF4-FFF2-40B4-BE49-F238E27FC236}">
                <a16:creationId xmlns:a16="http://schemas.microsoft.com/office/drawing/2014/main" id="{8A45EBF6-58EC-5BA7-BBA7-384FCAEE3437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 bwMode="gray">
          <a:xfrm rot="5400000">
            <a:off x="5522676" y="4181506"/>
            <a:ext cx="720000" cy="27000"/>
          </a:xfrm>
          <a:solidFill>
            <a:schemeClr val="accent1"/>
          </a:solidFill>
        </p:spPr>
        <p:txBody>
          <a:bodyPr/>
          <a:lstStyle/>
          <a:p>
            <a:r>
              <a:rPr lang="de-DE" dirty="0"/>
              <a:t> </a:t>
            </a:r>
          </a:p>
        </p:txBody>
      </p:sp>
      <p:sp>
        <p:nvSpPr>
          <p:cNvPr id="23" name="Textplatzhalter 22">
            <a:extLst>
              <a:ext uri="{FF2B5EF4-FFF2-40B4-BE49-F238E27FC236}">
                <a16:creationId xmlns:a16="http://schemas.microsoft.com/office/drawing/2014/main" id="{46E873F8-2344-1665-F3FF-734CCA84447E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 bwMode="gray">
          <a:xfrm>
            <a:off x="6039000" y="2444849"/>
            <a:ext cx="2700000" cy="814387"/>
          </a:xfrm>
        </p:spPr>
        <p:txBody>
          <a:bodyPr/>
          <a:lstStyle/>
          <a:p>
            <a:r>
              <a:rPr lang="de-DE" dirty="0"/>
              <a:t>NodeRED-Flow</a:t>
            </a:r>
          </a:p>
        </p:txBody>
      </p:sp>
      <p:sp>
        <p:nvSpPr>
          <p:cNvPr id="24" name="Textplatzhalter 23">
            <a:extLst>
              <a:ext uri="{FF2B5EF4-FFF2-40B4-BE49-F238E27FC236}">
                <a16:creationId xmlns:a16="http://schemas.microsoft.com/office/drawing/2014/main" id="{2C12344D-D2A5-5CBF-2C2D-4C7963AD0295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 bwMode="gray">
          <a:xfrm>
            <a:off x="6039000" y="3788277"/>
            <a:ext cx="2700000" cy="814387"/>
          </a:xfrm>
        </p:spPr>
        <p:txBody>
          <a:bodyPr/>
          <a:lstStyle/>
          <a:p>
            <a:r>
              <a:rPr lang="de-DE" dirty="0"/>
              <a:t>Android-App</a:t>
            </a:r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65C07C2D-141A-1106-404C-11F4DFA87671}"/>
              </a:ext>
            </a:extLst>
          </p:cNvPr>
          <p:cNvSpPr>
            <a:spLocks noGrp="1"/>
          </p:cNvSpPr>
          <p:nvPr>
            <p:ph type="title"/>
          </p:nvPr>
        </p:nvSpPr>
        <p:spPr bwMode="gray"/>
        <p:txBody>
          <a:bodyPr/>
          <a:lstStyle/>
          <a:p>
            <a:r>
              <a:rPr lang="de-DE" sz="3200" dirty="0"/>
              <a:t>Agenda</a:t>
            </a:r>
          </a:p>
        </p:txBody>
      </p:sp>
    </p:spTree>
    <p:extLst>
      <p:ext uri="{BB962C8B-B14F-4D97-AF65-F5344CB8AC3E}">
        <p14:creationId xmlns:p14="http://schemas.microsoft.com/office/powerpoint/2010/main" val="6396842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CEF8B4D4-0746-CEE5-2F50-5B09014C25B8}"/>
              </a:ext>
            </a:extLst>
          </p:cNvPr>
          <p:cNvSpPr>
            <a:spLocks noGrp="1"/>
          </p:cNvSpPr>
          <p:nvPr>
            <p:ph type="dt" sz="half" idx="14"/>
          </p:nvPr>
        </p:nvSpPr>
        <p:spPr bwMode="gray"/>
        <p:txBody>
          <a:bodyPr/>
          <a:lstStyle/>
          <a:p>
            <a:fld id="{1065B2B9-01C5-4CF7-AC68-1ABCFB96A8D8}" type="datetime4">
              <a:rPr lang="de-DE" noProof="0" smtClean="0"/>
              <a:t>11. Juli 2024</a:t>
            </a:fld>
            <a:endParaRPr lang="de-DE" noProof="0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97A3E21-222F-9A8B-DC95-7D5395587EA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 bwMode="gray"/>
        <p:txBody>
          <a:bodyPr/>
          <a:lstStyle/>
          <a:p>
            <a:fld id="{02CEFE82-39F2-4F47-8A0C-D5AB3496FA5C}" type="slidenum">
              <a:rPr lang="de-DE" noProof="0" smtClean="0"/>
              <a:pPr/>
              <a:t>3</a:t>
            </a:fld>
            <a:endParaRPr lang="de-DE" noProof="0" dirty="0"/>
          </a:p>
        </p:txBody>
      </p:sp>
      <p:sp>
        <p:nvSpPr>
          <p:cNvPr id="8" name="Textplatzhalter 7">
            <a:extLst>
              <a:ext uri="{FF2B5EF4-FFF2-40B4-BE49-F238E27FC236}">
                <a16:creationId xmlns:a16="http://schemas.microsoft.com/office/drawing/2014/main" id="{BBE531E5-3599-7013-9782-F33CA85F1FB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 bwMode="gray">
          <a:xfrm>
            <a:off x="401529" y="2444486"/>
            <a:ext cx="796529" cy="815313"/>
          </a:xfrm>
        </p:spPr>
        <p:txBody>
          <a:bodyPr/>
          <a:lstStyle/>
          <a:p>
            <a:r>
              <a:rPr lang="de-DE" dirty="0"/>
              <a:t>01</a:t>
            </a:r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D12DC1CE-4129-B54B-25A9-803BC75014A5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 bwMode="gray">
          <a:xfrm>
            <a:off x="401529" y="3787351"/>
            <a:ext cx="796529" cy="815313"/>
          </a:xfrm>
        </p:spPr>
        <p:txBody>
          <a:bodyPr/>
          <a:lstStyle/>
          <a:p>
            <a:r>
              <a:rPr lang="de-DE" dirty="0">
                <a:solidFill>
                  <a:schemeClr val="bg2"/>
                </a:solidFill>
              </a:rPr>
              <a:t>02</a:t>
            </a:r>
          </a:p>
        </p:txBody>
      </p:sp>
      <p:sp>
        <p:nvSpPr>
          <p:cNvPr id="11" name="Textplatzhalter 10">
            <a:extLst>
              <a:ext uri="{FF2B5EF4-FFF2-40B4-BE49-F238E27FC236}">
                <a16:creationId xmlns:a16="http://schemas.microsoft.com/office/drawing/2014/main" id="{BE4EEDCF-9322-D12A-86A0-EAFA4EC075EE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 bwMode="gray">
          <a:xfrm rot="5400000">
            <a:off x="994382" y="2838641"/>
            <a:ext cx="720000" cy="27000"/>
          </a:xfrm>
          <a:solidFill>
            <a:schemeClr val="accent1"/>
          </a:solidFill>
        </p:spPr>
        <p:txBody>
          <a:bodyPr/>
          <a:lstStyle/>
          <a:p>
            <a:r>
              <a:rPr lang="de-DE" dirty="0"/>
              <a:t> </a:t>
            </a:r>
          </a:p>
        </p:txBody>
      </p:sp>
      <p:sp>
        <p:nvSpPr>
          <p:cNvPr id="12" name="Textplatzhalter 11">
            <a:extLst>
              <a:ext uri="{FF2B5EF4-FFF2-40B4-BE49-F238E27FC236}">
                <a16:creationId xmlns:a16="http://schemas.microsoft.com/office/drawing/2014/main" id="{62C5EF6A-2210-D268-28CC-3FD8B0D01955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 bwMode="gray">
          <a:xfrm rot="5400000">
            <a:off x="994382" y="4181506"/>
            <a:ext cx="720000" cy="27000"/>
          </a:xfrm>
          <a:solidFill>
            <a:schemeClr val="bg2"/>
          </a:solidFill>
        </p:spPr>
        <p:txBody>
          <a:bodyPr/>
          <a:lstStyle/>
          <a:p>
            <a:r>
              <a:rPr lang="de-DE" dirty="0">
                <a:solidFill>
                  <a:schemeClr val="accent6">
                    <a:lumMod val="75000"/>
                  </a:schemeClr>
                </a:solidFill>
              </a:rPr>
              <a:t> </a:t>
            </a:r>
          </a:p>
        </p:txBody>
      </p:sp>
      <p:sp>
        <p:nvSpPr>
          <p:cNvPr id="14" name="Textplatzhalter 13">
            <a:extLst>
              <a:ext uri="{FF2B5EF4-FFF2-40B4-BE49-F238E27FC236}">
                <a16:creationId xmlns:a16="http://schemas.microsoft.com/office/drawing/2014/main" id="{F2AA32FD-DB2B-D278-6E4E-CF254ADD969A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 bwMode="gray">
          <a:xfrm>
            <a:off x="1510706" y="2444849"/>
            <a:ext cx="2700000" cy="814387"/>
          </a:xfrm>
        </p:spPr>
        <p:txBody>
          <a:bodyPr/>
          <a:lstStyle/>
          <a:p>
            <a:r>
              <a:rPr lang="de-DE" dirty="0"/>
              <a:t>Projektbeschreibung</a:t>
            </a:r>
          </a:p>
        </p:txBody>
      </p:sp>
      <p:sp>
        <p:nvSpPr>
          <p:cNvPr id="15" name="Textplatzhalter 14">
            <a:extLst>
              <a:ext uri="{FF2B5EF4-FFF2-40B4-BE49-F238E27FC236}">
                <a16:creationId xmlns:a16="http://schemas.microsoft.com/office/drawing/2014/main" id="{46596E53-4986-D6D0-2592-C81C0E0A135C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 bwMode="gray">
          <a:xfrm>
            <a:off x="1510706" y="3788277"/>
            <a:ext cx="2700000" cy="814387"/>
          </a:xfrm>
        </p:spPr>
        <p:txBody>
          <a:bodyPr/>
          <a:lstStyle/>
          <a:p>
            <a:r>
              <a:rPr lang="de-DE" dirty="0"/>
              <a:t>ESP32-Code</a:t>
            </a:r>
          </a:p>
        </p:txBody>
      </p:sp>
      <p:sp>
        <p:nvSpPr>
          <p:cNvPr id="17" name="Textplatzhalter 16">
            <a:extLst>
              <a:ext uri="{FF2B5EF4-FFF2-40B4-BE49-F238E27FC236}">
                <a16:creationId xmlns:a16="http://schemas.microsoft.com/office/drawing/2014/main" id="{BD9F9CAB-4746-90AF-4673-131F51C7207B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 bwMode="gray">
          <a:xfrm>
            <a:off x="4929823" y="2444486"/>
            <a:ext cx="796529" cy="815313"/>
          </a:xfrm>
        </p:spPr>
        <p:txBody>
          <a:bodyPr/>
          <a:lstStyle/>
          <a:p>
            <a:r>
              <a:rPr lang="de-DE" dirty="0">
                <a:solidFill>
                  <a:schemeClr val="bg2"/>
                </a:solidFill>
              </a:rPr>
              <a:t>03</a:t>
            </a:r>
          </a:p>
        </p:txBody>
      </p:sp>
      <p:sp>
        <p:nvSpPr>
          <p:cNvPr id="18" name="Textplatzhalter 17">
            <a:extLst>
              <a:ext uri="{FF2B5EF4-FFF2-40B4-BE49-F238E27FC236}">
                <a16:creationId xmlns:a16="http://schemas.microsoft.com/office/drawing/2014/main" id="{B560349B-8426-B297-84F5-6456921DE21A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 bwMode="gray">
          <a:xfrm>
            <a:off x="4929823" y="3787351"/>
            <a:ext cx="796529" cy="815313"/>
          </a:xfrm>
        </p:spPr>
        <p:txBody>
          <a:bodyPr/>
          <a:lstStyle/>
          <a:p>
            <a:r>
              <a:rPr lang="de-DE" dirty="0">
                <a:solidFill>
                  <a:schemeClr val="bg2"/>
                </a:solidFill>
              </a:rPr>
              <a:t>04</a:t>
            </a:r>
          </a:p>
        </p:txBody>
      </p:sp>
      <p:sp>
        <p:nvSpPr>
          <p:cNvPr id="20" name="Textplatzhalter 19">
            <a:extLst>
              <a:ext uri="{FF2B5EF4-FFF2-40B4-BE49-F238E27FC236}">
                <a16:creationId xmlns:a16="http://schemas.microsoft.com/office/drawing/2014/main" id="{092D31BA-82DE-2054-B5CD-EE60C523F5B2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 bwMode="gray">
          <a:xfrm rot="5400000">
            <a:off x="5522676" y="2838641"/>
            <a:ext cx="720000" cy="27000"/>
          </a:xfrm>
          <a:solidFill>
            <a:schemeClr val="bg2"/>
          </a:solidFill>
        </p:spPr>
        <p:txBody>
          <a:bodyPr/>
          <a:lstStyle/>
          <a:p>
            <a:r>
              <a:rPr lang="de-DE" dirty="0"/>
              <a:t> </a:t>
            </a:r>
          </a:p>
        </p:txBody>
      </p:sp>
      <p:sp>
        <p:nvSpPr>
          <p:cNvPr id="21" name="Textplatzhalter 20">
            <a:extLst>
              <a:ext uri="{FF2B5EF4-FFF2-40B4-BE49-F238E27FC236}">
                <a16:creationId xmlns:a16="http://schemas.microsoft.com/office/drawing/2014/main" id="{8A45EBF6-58EC-5BA7-BBA7-384FCAEE3437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 bwMode="gray">
          <a:xfrm rot="5400000">
            <a:off x="5522676" y="4181506"/>
            <a:ext cx="720000" cy="27000"/>
          </a:xfrm>
          <a:solidFill>
            <a:schemeClr val="bg2"/>
          </a:solidFill>
        </p:spPr>
        <p:txBody>
          <a:bodyPr/>
          <a:lstStyle/>
          <a:p>
            <a:r>
              <a:rPr lang="de-DE" dirty="0"/>
              <a:t> </a:t>
            </a:r>
          </a:p>
        </p:txBody>
      </p:sp>
      <p:sp>
        <p:nvSpPr>
          <p:cNvPr id="23" name="Textplatzhalter 22">
            <a:extLst>
              <a:ext uri="{FF2B5EF4-FFF2-40B4-BE49-F238E27FC236}">
                <a16:creationId xmlns:a16="http://schemas.microsoft.com/office/drawing/2014/main" id="{46E873F8-2344-1665-F3FF-734CCA84447E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 bwMode="gray">
          <a:xfrm>
            <a:off x="6039000" y="2444849"/>
            <a:ext cx="2700000" cy="814387"/>
          </a:xfrm>
        </p:spPr>
        <p:txBody>
          <a:bodyPr/>
          <a:lstStyle/>
          <a:p>
            <a:r>
              <a:rPr lang="de-DE" dirty="0"/>
              <a:t>NodeRED-Flow</a:t>
            </a:r>
          </a:p>
        </p:txBody>
      </p:sp>
      <p:sp>
        <p:nvSpPr>
          <p:cNvPr id="24" name="Textplatzhalter 23">
            <a:extLst>
              <a:ext uri="{FF2B5EF4-FFF2-40B4-BE49-F238E27FC236}">
                <a16:creationId xmlns:a16="http://schemas.microsoft.com/office/drawing/2014/main" id="{2C12344D-D2A5-5CBF-2C2D-4C7963AD0295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 bwMode="gray">
          <a:xfrm>
            <a:off x="6039000" y="3788277"/>
            <a:ext cx="2700000" cy="814387"/>
          </a:xfrm>
        </p:spPr>
        <p:txBody>
          <a:bodyPr/>
          <a:lstStyle/>
          <a:p>
            <a:r>
              <a:rPr lang="de-DE" dirty="0"/>
              <a:t>Android-App</a:t>
            </a:r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65C07C2D-141A-1106-404C-11F4DFA87671}"/>
              </a:ext>
            </a:extLst>
          </p:cNvPr>
          <p:cNvSpPr>
            <a:spLocks noGrp="1"/>
          </p:cNvSpPr>
          <p:nvPr>
            <p:ph type="title"/>
          </p:nvPr>
        </p:nvSpPr>
        <p:spPr bwMode="gray"/>
        <p:txBody>
          <a:bodyPr/>
          <a:lstStyle/>
          <a:p>
            <a:r>
              <a:rPr lang="de-DE" sz="3200" dirty="0"/>
              <a:t>Agenda</a:t>
            </a:r>
          </a:p>
        </p:txBody>
      </p:sp>
      <p:sp>
        <p:nvSpPr>
          <p:cNvPr id="2" name="Fußzeilenplatzhalter 4">
            <a:extLst>
              <a:ext uri="{FF2B5EF4-FFF2-40B4-BE49-F238E27FC236}">
                <a16:creationId xmlns:a16="http://schemas.microsoft.com/office/drawing/2014/main" id="{00959202-C692-43BF-4CFD-5AD7EE0B74C0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 bwMode="gray">
          <a:xfrm>
            <a:off x="405000" y="6493063"/>
            <a:ext cx="5670000" cy="288000"/>
          </a:xfrm>
        </p:spPr>
        <p:txBody>
          <a:bodyPr/>
          <a:lstStyle/>
          <a:p>
            <a:r>
              <a:rPr lang="de-DE" dirty="0"/>
              <a:t>MUC Modularbeit</a:t>
            </a:r>
            <a:r>
              <a:rPr lang="de-DE" noProof="0" dirty="0"/>
              <a:t> | </a:t>
            </a:r>
            <a:r>
              <a:rPr lang="de-DE" dirty="0"/>
              <a:t>Maria Lyoteva | Tsvetan Stanchev</a:t>
            </a:r>
            <a:endParaRPr lang="de-DE" noProof="0" dirty="0"/>
          </a:p>
        </p:txBody>
      </p:sp>
    </p:spTree>
    <p:extLst>
      <p:ext uri="{BB962C8B-B14F-4D97-AF65-F5344CB8AC3E}">
        <p14:creationId xmlns:p14="http://schemas.microsoft.com/office/powerpoint/2010/main" val="30044364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3C825898-C3C1-BDBF-193E-F1FBA76A2F9C}"/>
              </a:ext>
            </a:extLst>
          </p:cNvPr>
          <p:cNvSpPr>
            <a:spLocks noGrp="1"/>
          </p:cNvSpPr>
          <p:nvPr>
            <p:ph type="dt" sz="half" idx="14"/>
          </p:nvPr>
        </p:nvSpPr>
        <p:spPr bwMode="gray"/>
        <p:txBody>
          <a:bodyPr/>
          <a:lstStyle/>
          <a:p>
            <a:fld id="{194E3042-2D42-4887-B710-6A504077A7CF}" type="datetime4">
              <a:rPr lang="de-DE" noProof="0" smtClean="0"/>
              <a:t>11. Juli 2024</a:t>
            </a:fld>
            <a:endParaRPr lang="de-DE" noProof="0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6101C579-E2F7-79A6-DEF4-73197D2B874D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 bwMode="gray"/>
        <p:txBody>
          <a:bodyPr/>
          <a:lstStyle/>
          <a:p>
            <a:fld id="{02CEFE82-39F2-4F47-8A0C-D5AB3496FA5C}" type="slidenum">
              <a:rPr lang="de-DE" noProof="0" smtClean="0"/>
              <a:pPr/>
              <a:t>4</a:t>
            </a:fld>
            <a:endParaRPr lang="de-DE" noProof="0" dirty="0"/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5BC0F9AC-860D-2482-7C67-8982E8FD5733}"/>
              </a:ext>
            </a:extLst>
          </p:cNvPr>
          <p:cNvSpPr>
            <a:spLocks noGrp="1"/>
          </p:cNvSpPr>
          <p:nvPr>
            <p:ph type="title"/>
          </p:nvPr>
        </p:nvSpPr>
        <p:spPr bwMode="gray"/>
        <p:txBody>
          <a:bodyPr/>
          <a:lstStyle/>
          <a:p>
            <a:r>
              <a:rPr lang="de-DE" sz="3200" dirty="0"/>
              <a:t>Was haben wir gemacht?</a:t>
            </a:r>
          </a:p>
        </p:txBody>
      </p:sp>
      <p:sp>
        <p:nvSpPr>
          <p:cNvPr id="8" name="Inhaltsplatzhalter 6">
            <a:extLst>
              <a:ext uri="{FF2B5EF4-FFF2-40B4-BE49-F238E27FC236}">
                <a16:creationId xmlns:a16="http://schemas.microsoft.com/office/drawing/2014/main" id="{5144E743-BDD5-41E4-FFE3-D628F7DC44D9}"/>
              </a:ext>
            </a:extLst>
          </p:cNvPr>
          <p:cNvSpPr txBox="1">
            <a:spLocks/>
          </p:cNvSpPr>
          <p:nvPr/>
        </p:nvSpPr>
        <p:spPr bwMode="gray">
          <a:xfrm>
            <a:off x="405001" y="1728000"/>
            <a:ext cx="5412704" cy="4140000"/>
          </a:xfrm>
          <a:custGeom>
            <a:avLst/>
            <a:gdLst>
              <a:gd name="connsiteX0" fmla="*/ 0 w 11520000"/>
              <a:gd name="connsiteY0" fmla="*/ 0 h 4298400"/>
              <a:gd name="connsiteX1" fmla="*/ 11520000 w 11520000"/>
              <a:gd name="connsiteY1" fmla="*/ 0 h 4298400"/>
              <a:gd name="connsiteX2" fmla="*/ 11520000 w 11520000"/>
              <a:gd name="connsiteY2" fmla="*/ 4298400 h 4298400"/>
              <a:gd name="connsiteX3" fmla="*/ 0 w 11520000"/>
              <a:gd name="connsiteY3" fmla="*/ 4298400 h 4298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520000" h="4298400">
                <a:moveTo>
                  <a:pt x="0" y="0"/>
                </a:moveTo>
                <a:lnTo>
                  <a:pt x="11520000" y="0"/>
                </a:lnTo>
                <a:lnTo>
                  <a:pt x="11520000" y="4298400"/>
                </a:lnTo>
                <a:lnTo>
                  <a:pt x="0" y="4298400"/>
                </a:lnTo>
                <a:close/>
              </a:path>
            </a:pathLst>
          </a:custGeom>
        </p:spPr>
        <p:txBody>
          <a:bodyPr/>
          <a:lstStyle>
            <a:lvl1pPr marL="202520" indent="-202520" algn="l" defTabSz="685868" rtl="0" eaLnBrk="1" latinLnBrk="0" hangingPunct="1">
              <a:lnSpc>
                <a:spcPct val="130000"/>
              </a:lnSpc>
              <a:spcBef>
                <a:spcPts val="0"/>
              </a:spcBef>
              <a:spcAft>
                <a:spcPts val="9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0054" indent="-202520" algn="l" defTabSz="685868" rtl="0" eaLnBrk="1" latinLnBrk="0" hangingPunct="1">
              <a:lnSpc>
                <a:spcPct val="130000"/>
              </a:lnSpc>
              <a:spcBef>
                <a:spcPts val="0"/>
              </a:spcBef>
              <a:spcAft>
                <a:spcPts val="900"/>
              </a:spcAft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10081" indent="-202520" algn="l" defTabSz="685868" rtl="0" eaLnBrk="1" latinLnBrk="0" hangingPunct="1">
              <a:lnSpc>
                <a:spcPct val="130000"/>
              </a:lnSpc>
              <a:spcBef>
                <a:spcPts val="0"/>
              </a:spcBef>
              <a:spcAft>
                <a:spcPts val="900"/>
              </a:spcAft>
              <a:buFont typeface="Arial" panose="020B0604020202020204" pitchFamily="34" charset="0"/>
              <a:buChar char="–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80108" indent="-202520" algn="l" defTabSz="685868" rtl="0" eaLnBrk="1" latinLnBrk="0" hangingPunct="1">
              <a:lnSpc>
                <a:spcPct val="130000"/>
              </a:lnSpc>
              <a:spcBef>
                <a:spcPts val="0"/>
              </a:spcBef>
              <a:spcAft>
                <a:spcPts val="900"/>
              </a:spcAft>
              <a:buFont typeface="Arial" panose="020B0604020202020204" pitchFamily="34" charset="0"/>
              <a:buChar char="–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50135" indent="-202520" algn="l" defTabSz="685868" rtl="0" eaLnBrk="1" latinLnBrk="0" hangingPunct="1">
              <a:lnSpc>
                <a:spcPct val="130000"/>
              </a:lnSpc>
              <a:spcBef>
                <a:spcPts val="0"/>
              </a:spcBef>
              <a:spcAft>
                <a:spcPts val="900"/>
              </a:spcAft>
              <a:buFont typeface="Arial" panose="020B0604020202020204" pitchFamily="34" charset="0"/>
              <a:buChar char="–"/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6138" indent="-171467" algn="l" defTabSz="685868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9073" indent="-171467" algn="l" defTabSz="685868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2007" indent="-171467" algn="l" defTabSz="685868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942" indent="-171467" algn="l" defTabSz="685868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de-DE" sz="2200" dirty="0"/>
              <a:t>Entwicklung einer Android-App zur Puls- und Sauerstoffsättigungsüberwachung:</a:t>
            </a:r>
          </a:p>
          <a:p>
            <a:r>
              <a:rPr lang="de-DE" sz="2200" dirty="0"/>
              <a:t>empfängt, aggregiert und visualisiert die Daten</a:t>
            </a:r>
          </a:p>
          <a:p>
            <a:r>
              <a:rPr lang="de-DE" sz="2200" dirty="0"/>
              <a:t>auswählen des Benutzernamens</a:t>
            </a:r>
          </a:p>
          <a:p>
            <a:r>
              <a:rPr lang="de-DE" sz="2200" dirty="0"/>
              <a:t>lokale Speicherung der Daten in SQLite</a:t>
            </a:r>
          </a:p>
          <a:p>
            <a:endParaRPr lang="de-DE" sz="2200" dirty="0"/>
          </a:p>
          <a:p>
            <a:endParaRPr lang="de-DE" sz="2200" dirty="0"/>
          </a:p>
        </p:txBody>
      </p:sp>
      <p:pic>
        <p:nvPicPr>
          <p:cNvPr id="9" name="Picture 8" descr="A screen shot of a graph&#10;&#10;Description automatically generated">
            <a:extLst>
              <a:ext uri="{FF2B5EF4-FFF2-40B4-BE49-F238E27FC236}">
                <a16:creationId xmlns:a16="http://schemas.microsoft.com/office/drawing/2014/main" id="{78D380FE-CC14-8B4C-88B6-E25F7F182A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12974" y="944548"/>
            <a:ext cx="2626026" cy="5314122"/>
          </a:xfrm>
          <a:prstGeom prst="rect">
            <a:avLst/>
          </a:prstGeom>
        </p:spPr>
      </p:pic>
      <p:sp>
        <p:nvSpPr>
          <p:cNvPr id="2" name="Fußzeilenplatzhalter 4">
            <a:extLst>
              <a:ext uri="{FF2B5EF4-FFF2-40B4-BE49-F238E27FC236}">
                <a16:creationId xmlns:a16="http://schemas.microsoft.com/office/drawing/2014/main" id="{9A6F059C-DFC5-3AF9-C09F-1133E8392677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 bwMode="gray">
          <a:xfrm>
            <a:off x="405000" y="6493063"/>
            <a:ext cx="5670000" cy="288000"/>
          </a:xfrm>
        </p:spPr>
        <p:txBody>
          <a:bodyPr/>
          <a:lstStyle/>
          <a:p>
            <a:r>
              <a:rPr lang="de-DE" dirty="0"/>
              <a:t>MUC Modularbeit</a:t>
            </a:r>
            <a:r>
              <a:rPr lang="de-DE" noProof="0" dirty="0"/>
              <a:t> | </a:t>
            </a:r>
            <a:r>
              <a:rPr lang="de-DE" dirty="0"/>
              <a:t>Maria Lyoteva | Tsvetan Stanchev</a:t>
            </a:r>
            <a:endParaRPr lang="de-DE" noProof="0" dirty="0"/>
          </a:p>
        </p:txBody>
      </p:sp>
    </p:spTree>
    <p:extLst>
      <p:ext uri="{BB962C8B-B14F-4D97-AF65-F5344CB8AC3E}">
        <p14:creationId xmlns:p14="http://schemas.microsoft.com/office/powerpoint/2010/main" val="9055591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3C825898-C3C1-BDBF-193E-F1FBA76A2F9C}"/>
              </a:ext>
            </a:extLst>
          </p:cNvPr>
          <p:cNvSpPr>
            <a:spLocks noGrp="1"/>
          </p:cNvSpPr>
          <p:nvPr>
            <p:ph type="dt" sz="half" idx="14"/>
          </p:nvPr>
        </p:nvSpPr>
        <p:spPr bwMode="gray"/>
        <p:txBody>
          <a:bodyPr/>
          <a:lstStyle/>
          <a:p>
            <a:fld id="{194E3042-2D42-4887-B710-6A504077A7CF}" type="datetime4">
              <a:rPr lang="de-DE" noProof="0" smtClean="0"/>
              <a:t>11. Juli 2024</a:t>
            </a:fld>
            <a:endParaRPr lang="de-DE" noProof="0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6101C579-E2F7-79A6-DEF4-73197D2B874D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 bwMode="gray"/>
        <p:txBody>
          <a:bodyPr/>
          <a:lstStyle/>
          <a:p>
            <a:fld id="{02CEFE82-39F2-4F47-8A0C-D5AB3496FA5C}" type="slidenum">
              <a:rPr lang="de-DE" noProof="0" smtClean="0"/>
              <a:pPr/>
              <a:t>5</a:t>
            </a:fld>
            <a:endParaRPr lang="de-DE" noProof="0" dirty="0"/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5BC0F9AC-860D-2482-7C67-8982E8FD5733}"/>
              </a:ext>
            </a:extLst>
          </p:cNvPr>
          <p:cNvSpPr>
            <a:spLocks noGrp="1"/>
          </p:cNvSpPr>
          <p:nvPr>
            <p:ph type="title"/>
          </p:nvPr>
        </p:nvSpPr>
        <p:spPr bwMode="gray"/>
        <p:txBody>
          <a:bodyPr/>
          <a:lstStyle/>
          <a:p>
            <a:r>
              <a:rPr lang="de-DE" sz="3200" dirty="0"/>
              <a:t>Schritte</a:t>
            </a:r>
          </a:p>
        </p:txBody>
      </p:sp>
      <p:sp>
        <p:nvSpPr>
          <p:cNvPr id="8" name="Inhaltsplatzhalter 6">
            <a:extLst>
              <a:ext uri="{FF2B5EF4-FFF2-40B4-BE49-F238E27FC236}">
                <a16:creationId xmlns:a16="http://schemas.microsoft.com/office/drawing/2014/main" id="{5144E743-BDD5-41E4-FFE3-D628F7DC44D9}"/>
              </a:ext>
            </a:extLst>
          </p:cNvPr>
          <p:cNvSpPr txBox="1">
            <a:spLocks/>
          </p:cNvSpPr>
          <p:nvPr/>
        </p:nvSpPr>
        <p:spPr bwMode="gray">
          <a:xfrm>
            <a:off x="405000" y="1728000"/>
            <a:ext cx="5291857" cy="4140000"/>
          </a:xfrm>
          <a:custGeom>
            <a:avLst/>
            <a:gdLst>
              <a:gd name="connsiteX0" fmla="*/ 0 w 11520000"/>
              <a:gd name="connsiteY0" fmla="*/ 0 h 4298400"/>
              <a:gd name="connsiteX1" fmla="*/ 11520000 w 11520000"/>
              <a:gd name="connsiteY1" fmla="*/ 0 h 4298400"/>
              <a:gd name="connsiteX2" fmla="*/ 11520000 w 11520000"/>
              <a:gd name="connsiteY2" fmla="*/ 4298400 h 4298400"/>
              <a:gd name="connsiteX3" fmla="*/ 0 w 11520000"/>
              <a:gd name="connsiteY3" fmla="*/ 4298400 h 4298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520000" h="4298400">
                <a:moveTo>
                  <a:pt x="0" y="0"/>
                </a:moveTo>
                <a:lnTo>
                  <a:pt x="11520000" y="0"/>
                </a:lnTo>
                <a:lnTo>
                  <a:pt x="11520000" y="4298400"/>
                </a:lnTo>
                <a:lnTo>
                  <a:pt x="0" y="4298400"/>
                </a:lnTo>
                <a:close/>
              </a:path>
            </a:pathLst>
          </a:custGeom>
        </p:spPr>
        <p:txBody>
          <a:bodyPr/>
          <a:lstStyle>
            <a:lvl1pPr marL="202520" indent="-202520" algn="l" defTabSz="685868" rtl="0" eaLnBrk="1" latinLnBrk="0" hangingPunct="1">
              <a:lnSpc>
                <a:spcPct val="130000"/>
              </a:lnSpc>
              <a:spcBef>
                <a:spcPts val="0"/>
              </a:spcBef>
              <a:spcAft>
                <a:spcPts val="9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0054" indent="-202520" algn="l" defTabSz="685868" rtl="0" eaLnBrk="1" latinLnBrk="0" hangingPunct="1">
              <a:lnSpc>
                <a:spcPct val="130000"/>
              </a:lnSpc>
              <a:spcBef>
                <a:spcPts val="0"/>
              </a:spcBef>
              <a:spcAft>
                <a:spcPts val="900"/>
              </a:spcAft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10081" indent="-202520" algn="l" defTabSz="685868" rtl="0" eaLnBrk="1" latinLnBrk="0" hangingPunct="1">
              <a:lnSpc>
                <a:spcPct val="130000"/>
              </a:lnSpc>
              <a:spcBef>
                <a:spcPts val="0"/>
              </a:spcBef>
              <a:spcAft>
                <a:spcPts val="900"/>
              </a:spcAft>
              <a:buFont typeface="Arial" panose="020B0604020202020204" pitchFamily="34" charset="0"/>
              <a:buChar char="–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80108" indent="-202520" algn="l" defTabSz="685868" rtl="0" eaLnBrk="1" latinLnBrk="0" hangingPunct="1">
              <a:lnSpc>
                <a:spcPct val="130000"/>
              </a:lnSpc>
              <a:spcBef>
                <a:spcPts val="0"/>
              </a:spcBef>
              <a:spcAft>
                <a:spcPts val="900"/>
              </a:spcAft>
              <a:buFont typeface="Arial" panose="020B0604020202020204" pitchFamily="34" charset="0"/>
              <a:buChar char="–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50135" indent="-202520" algn="l" defTabSz="685868" rtl="0" eaLnBrk="1" latinLnBrk="0" hangingPunct="1">
              <a:lnSpc>
                <a:spcPct val="130000"/>
              </a:lnSpc>
              <a:spcBef>
                <a:spcPts val="0"/>
              </a:spcBef>
              <a:spcAft>
                <a:spcPts val="900"/>
              </a:spcAft>
              <a:buFont typeface="Arial" panose="020B0604020202020204" pitchFamily="34" charset="0"/>
              <a:buChar char="–"/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6138" indent="-171467" algn="l" defTabSz="685868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9073" indent="-171467" algn="l" defTabSz="685868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2007" indent="-171467" algn="l" defTabSz="685868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942" indent="-171467" algn="l" defTabSz="685868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sz="2200" dirty="0"/>
              <a:t>Zusammenbau des MAX30100 Sensors und des ESP</a:t>
            </a:r>
            <a:endParaRPr lang="bg-BG" sz="2200" dirty="0"/>
          </a:p>
          <a:p>
            <a:r>
              <a:rPr lang="de-DE" sz="2200" dirty="0"/>
              <a:t>Entwicklung der ESP32-Code</a:t>
            </a:r>
          </a:p>
          <a:p>
            <a:r>
              <a:rPr lang="en-GB" sz="2200" dirty="0" err="1"/>
              <a:t>Einrichtung</a:t>
            </a:r>
            <a:r>
              <a:rPr lang="en-GB" sz="2200" dirty="0"/>
              <a:t> des MQTT-Servers</a:t>
            </a:r>
          </a:p>
          <a:p>
            <a:r>
              <a:rPr lang="en-GB" sz="2200" dirty="0" err="1"/>
              <a:t>Erstellen</a:t>
            </a:r>
            <a:r>
              <a:rPr lang="en-GB" sz="2200" dirty="0"/>
              <a:t> des </a:t>
            </a:r>
            <a:r>
              <a:rPr lang="en-GB" sz="2200" dirty="0" err="1"/>
              <a:t>NodeRED</a:t>
            </a:r>
            <a:r>
              <a:rPr lang="en-GB" sz="2200" dirty="0"/>
              <a:t>-Flows</a:t>
            </a:r>
            <a:endParaRPr lang="bg-BG" sz="2200" dirty="0"/>
          </a:p>
          <a:p>
            <a:r>
              <a:rPr lang="en-GB" sz="2200" dirty="0" err="1"/>
              <a:t>Erstellen</a:t>
            </a:r>
            <a:r>
              <a:rPr lang="en-GB" sz="2200" dirty="0"/>
              <a:t> der Android-App</a:t>
            </a:r>
          </a:p>
          <a:p>
            <a:pPr marL="0" indent="0">
              <a:buNone/>
            </a:pPr>
            <a:endParaRPr lang="de-DE" dirty="0"/>
          </a:p>
          <a:p>
            <a:endParaRPr lang="de-DE" dirty="0"/>
          </a:p>
        </p:txBody>
      </p:sp>
      <p:pic>
        <p:nvPicPr>
          <p:cNvPr id="11" name="Picture 10" descr="A circuit board with wires and a square object&#10;&#10;Description automatically generated">
            <a:extLst>
              <a:ext uri="{FF2B5EF4-FFF2-40B4-BE49-F238E27FC236}">
                <a16:creationId xmlns:a16="http://schemas.microsoft.com/office/drawing/2014/main" id="{A0B524CB-6B99-B4DF-EC84-C297B5FBA7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4867430" y="2734044"/>
            <a:ext cx="4934854" cy="1638154"/>
          </a:xfrm>
          <a:prstGeom prst="rect">
            <a:avLst/>
          </a:prstGeom>
        </p:spPr>
      </p:pic>
      <p:sp>
        <p:nvSpPr>
          <p:cNvPr id="9" name="Fußzeilenplatzhalter 4">
            <a:extLst>
              <a:ext uri="{FF2B5EF4-FFF2-40B4-BE49-F238E27FC236}">
                <a16:creationId xmlns:a16="http://schemas.microsoft.com/office/drawing/2014/main" id="{884ADEB4-CE32-68BD-CE03-A693CDFAFE3C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 bwMode="gray">
          <a:xfrm>
            <a:off x="405000" y="6493063"/>
            <a:ext cx="5670000" cy="288000"/>
          </a:xfrm>
        </p:spPr>
        <p:txBody>
          <a:bodyPr/>
          <a:lstStyle/>
          <a:p>
            <a:r>
              <a:rPr lang="de-DE" dirty="0"/>
              <a:t>MUC Modularbeit</a:t>
            </a:r>
            <a:r>
              <a:rPr lang="de-DE" noProof="0" dirty="0"/>
              <a:t> | </a:t>
            </a:r>
            <a:r>
              <a:rPr lang="de-DE" dirty="0"/>
              <a:t>Maria Lyoteva | Tsvetan Stanchev</a:t>
            </a:r>
            <a:endParaRPr lang="de-DE" noProof="0" dirty="0"/>
          </a:p>
        </p:txBody>
      </p:sp>
    </p:spTree>
    <p:extLst>
      <p:ext uri="{BB962C8B-B14F-4D97-AF65-F5344CB8AC3E}">
        <p14:creationId xmlns:p14="http://schemas.microsoft.com/office/powerpoint/2010/main" val="37839632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CEF8B4D4-0746-CEE5-2F50-5B09014C25B8}"/>
              </a:ext>
            </a:extLst>
          </p:cNvPr>
          <p:cNvSpPr>
            <a:spLocks noGrp="1"/>
          </p:cNvSpPr>
          <p:nvPr>
            <p:ph type="dt" sz="half" idx="14"/>
          </p:nvPr>
        </p:nvSpPr>
        <p:spPr bwMode="gray"/>
        <p:txBody>
          <a:bodyPr/>
          <a:lstStyle/>
          <a:p>
            <a:fld id="{1065B2B9-01C5-4CF7-AC68-1ABCFB96A8D8}" type="datetime4">
              <a:rPr lang="de-DE" noProof="0" smtClean="0"/>
              <a:t>11. Juli 2024</a:t>
            </a:fld>
            <a:endParaRPr lang="de-DE" noProof="0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97A3E21-222F-9A8B-DC95-7D5395587EA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 bwMode="gray"/>
        <p:txBody>
          <a:bodyPr/>
          <a:lstStyle/>
          <a:p>
            <a:fld id="{02CEFE82-39F2-4F47-8A0C-D5AB3496FA5C}" type="slidenum">
              <a:rPr lang="de-DE" noProof="0" smtClean="0"/>
              <a:pPr/>
              <a:t>6</a:t>
            </a:fld>
            <a:endParaRPr lang="de-DE" noProof="0" dirty="0"/>
          </a:p>
        </p:txBody>
      </p:sp>
      <p:sp>
        <p:nvSpPr>
          <p:cNvPr id="8" name="Textplatzhalter 7">
            <a:extLst>
              <a:ext uri="{FF2B5EF4-FFF2-40B4-BE49-F238E27FC236}">
                <a16:creationId xmlns:a16="http://schemas.microsoft.com/office/drawing/2014/main" id="{BBE531E5-3599-7013-9782-F33CA85F1FB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 bwMode="gray">
          <a:xfrm>
            <a:off x="401529" y="2444486"/>
            <a:ext cx="796529" cy="815313"/>
          </a:xfrm>
        </p:spPr>
        <p:txBody>
          <a:bodyPr/>
          <a:lstStyle/>
          <a:p>
            <a:r>
              <a:rPr lang="de-DE" dirty="0">
                <a:solidFill>
                  <a:schemeClr val="bg2"/>
                </a:solidFill>
              </a:rPr>
              <a:t>01</a:t>
            </a:r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D12DC1CE-4129-B54B-25A9-803BC75014A5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 bwMode="gray">
          <a:xfrm>
            <a:off x="401529" y="3787351"/>
            <a:ext cx="796529" cy="815313"/>
          </a:xfrm>
        </p:spPr>
        <p:txBody>
          <a:bodyPr/>
          <a:lstStyle/>
          <a:p>
            <a:r>
              <a:rPr lang="de-DE" dirty="0"/>
              <a:t>02</a:t>
            </a:r>
          </a:p>
        </p:txBody>
      </p:sp>
      <p:sp>
        <p:nvSpPr>
          <p:cNvPr id="11" name="Textplatzhalter 10">
            <a:extLst>
              <a:ext uri="{FF2B5EF4-FFF2-40B4-BE49-F238E27FC236}">
                <a16:creationId xmlns:a16="http://schemas.microsoft.com/office/drawing/2014/main" id="{BE4EEDCF-9322-D12A-86A0-EAFA4EC075EE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 bwMode="gray">
          <a:xfrm rot="5400000">
            <a:off x="994382" y="2838641"/>
            <a:ext cx="720000" cy="27000"/>
          </a:xfrm>
          <a:solidFill>
            <a:schemeClr val="bg2"/>
          </a:solidFill>
        </p:spPr>
        <p:txBody>
          <a:bodyPr/>
          <a:lstStyle/>
          <a:p>
            <a:r>
              <a:rPr lang="de-DE" dirty="0"/>
              <a:t> </a:t>
            </a:r>
          </a:p>
        </p:txBody>
      </p:sp>
      <p:sp>
        <p:nvSpPr>
          <p:cNvPr id="12" name="Textplatzhalter 11">
            <a:extLst>
              <a:ext uri="{FF2B5EF4-FFF2-40B4-BE49-F238E27FC236}">
                <a16:creationId xmlns:a16="http://schemas.microsoft.com/office/drawing/2014/main" id="{62C5EF6A-2210-D268-28CC-3FD8B0D01955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 bwMode="gray">
          <a:xfrm rot="5400000">
            <a:off x="994382" y="4181506"/>
            <a:ext cx="720000" cy="27000"/>
          </a:xfrm>
          <a:solidFill>
            <a:schemeClr val="accent1"/>
          </a:solidFill>
        </p:spPr>
        <p:txBody>
          <a:bodyPr/>
          <a:lstStyle/>
          <a:p>
            <a:r>
              <a:rPr lang="de-DE" dirty="0">
                <a:solidFill>
                  <a:schemeClr val="accent6">
                    <a:lumMod val="75000"/>
                  </a:schemeClr>
                </a:solidFill>
              </a:rPr>
              <a:t> </a:t>
            </a:r>
          </a:p>
        </p:txBody>
      </p:sp>
      <p:sp>
        <p:nvSpPr>
          <p:cNvPr id="14" name="Textplatzhalter 13">
            <a:extLst>
              <a:ext uri="{FF2B5EF4-FFF2-40B4-BE49-F238E27FC236}">
                <a16:creationId xmlns:a16="http://schemas.microsoft.com/office/drawing/2014/main" id="{F2AA32FD-DB2B-D278-6E4E-CF254ADD969A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 bwMode="gray">
          <a:xfrm>
            <a:off x="1510706" y="2444849"/>
            <a:ext cx="2700000" cy="814387"/>
          </a:xfrm>
        </p:spPr>
        <p:txBody>
          <a:bodyPr/>
          <a:lstStyle/>
          <a:p>
            <a:r>
              <a:rPr lang="de-DE" dirty="0"/>
              <a:t>Projektbeschreibung</a:t>
            </a:r>
          </a:p>
        </p:txBody>
      </p:sp>
      <p:sp>
        <p:nvSpPr>
          <p:cNvPr id="15" name="Textplatzhalter 14">
            <a:extLst>
              <a:ext uri="{FF2B5EF4-FFF2-40B4-BE49-F238E27FC236}">
                <a16:creationId xmlns:a16="http://schemas.microsoft.com/office/drawing/2014/main" id="{46596E53-4986-D6D0-2592-C81C0E0A135C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 bwMode="gray">
          <a:xfrm>
            <a:off x="1510706" y="3788277"/>
            <a:ext cx="2700000" cy="814387"/>
          </a:xfrm>
        </p:spPr>
        <p:txBody>
          <a:bodyPr/>
          <a:lstStyle/>
          <a:p>
            <a:r>
              <a:rPr lang="de-DE" dirty="0"/>
              <a:t>Arduino-Code</a:t>
            </a:r>
          </a:p>
        </p:txBody>
      </p:sp>
      <p:sp>
        <p:nvSpPr>
          <p:cNvPr id="17" name="Textplatzhalter 16">
            <a:extLst>
              <a:ext uri="{FF2B5EF4-FFF2-40B4-BE49-F238E27FC236}">
                <a16:creationId xmlns:a16="http://schemas.microsoft.com/office/drawing/2014/main" id="{BD9F9CAB-4746-90AF-4673-131F51C7207B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 bwMode="gray">
          <a:xfrm>
            <a:off x="4929823" y="2444486"/>
            <a:ext cx="796529" cy="815313"/>
          </a:xfrm>
        </p:spPr>
        <p:txBody>
          <a:bodyPr/>
          <a:lstStyle/>
          <a:p>
            <a:r>
              <a:rPr lang="de-DE" dirty="0">
                <a:solidFill>
                  <a:schemeClr val="bg2"/>
                </a:solidFill>
              </a:rPr>
              <a:t>03</a:t>
            </a:r>
          </a:p>
        </p:txBody>
      </p:sp>
      <p:sp>
        <p:nvSpPr>
          <p:cNvPr id="18" name="Textplatzhalter 17">
            <a:extLst>
              <a:ext uri="{FF2B5EF4-FFF2-40B4-BE49-F238E27FC236}">
                <a16:creationId xmlns:a16="http://schemas.microsoft.com/office/drawing/2014/main" id="{B560349B-8426-B297-84F5-6456921DE21A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 bwMode="gray">
          <a:xfrm>
            <a:off x="4929823" y="3787351"/>
            <a:ext cx="796529" cy="815313"/>
          </a:xfrm>
        </p:spPr>
        <p:txBody>
          <a:bodyPr/>
          <a:lstStyle/>
          <a:p>
            <a:r>
              <a:rPr lang="de-DE" dirty="0">
                <a:solidFill>
                  <a:schemeClr val="bg2"/>
                </a:solidFill>
              </a:rPr>
              <a:t>04</a:t>
            </a:r>
          </a:p>
        </p:txBody>
      </p:sp>
      <p:sp>
        <p:nvSpPr>
          <p:cNvPr id="20" name="Textplatzhalter 19">
            <a:extLst>
              <a:ext uri="{FF2B5EF4-FFF2-40B4-BE49-F238E27FC236}">
                <a16:creationId xmlns:a16="http://schemas.microsoft.com/office/drawing/2014/main" id="{092D31BA-82DE-2054-B5CD-EE60C523F5B2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 bwMode="gray">
          <a:xfrm rot="5400000">
            <a:off x="5522676" y="2838641"/>
            <a:ext cx="720000" cy="27000"/>
          </a:xfrm>
          <a:solidFill>
            <a:schemeClr val="bg2"/>
          </a:solidFill>
        </p:spPr>
        <p:txBody>
          <a:bodyPr/>
          <a:lstStyle/>
          <a:p>
            <a:r>
              <a:rPr lang="de-DE" dirty="0"/>
              <a:t> </a:t>
            </a:r>
          </a:p>
        </p:txBody>
      </p:sp>
      <p:sp>
        <p:nvSpPr>
          <p:cNvPr id="21" name="Textplatzhalter 20">
            <a:extLst>
              <a:ext uri="{FF2B5EF4-FFF2-40B4-BE49-F238E27FC236}">
                <a16:creationId xmlns:a16="http://schemas.microsoft.com/office/drawing/2014/main" id="{8A45EBF6-58EC-5BA7-BBA7-384FCAEE3437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 bwMode="gray">
          <a:xfrm rot="5400000">
            <a:off x="5522676" y="4181506"/>
            <a:ext cx="720000" cy="27000"/>
          </a:xfrm>
          <a:solidFill>
            <a:schemeClr val="bg2"/>
          </a:solidFill>
        </p:spPr>
        <p:txBody>
          <a:bodyPr/>
          <a:lstStyle/>
          <a:p>
            <a:r>
              <a:rPr lang="de-DE" dirty="0"/>
              <a:t> </a:t>
            </a:r>
          </a:p>
        </p:txBody>
      </p:sp>
      <p:sp>
        <p:nvSpPr>
          <p:cNvPr id="23" name="Textplatzhalter 22">
            <a:extLst>
              <a:ext uri="{FF2B5EF4-FFF2-40B4-BE49-F238E27FC236}">
                <a16:creationId xmlns:a16="http://schemas.microsoft.com/office/drawing/2014/main" id="{46E873F8-2344-1665-F3FF-734CCA84447E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 bwMode="gray">
          <a:xfrm>
            <a:off x="6039000" y="2444849"/>
            <a:ext cx="2700000" cy="814387"/>
          </a:xfrm>
        </p:spPr>
        <p:txBody>
          <a:bodyPr/>
          <a:lstStyle/>
          <a:p>
            <a:endParaRPr lang="de-DE" dirty="0"/>
          </a:p>
          <a:p>
            <a:r>
              <a:rPr lang="de-DE" dirty="0"/>
              <a:t>NodeRED-Flow</a:t>
            </a:r>
          </a:p>
          <a:p>
            <a:endParaRPr lang="de-DE" dirty="0"/>
          </a:p>
        </p:txBody>
      </p:sp>
      <p:sp>
        <p:nvSpPr>
          <p:cNvPr id="24" name="Textplatzhalter 23">
            <a:extLst>
              <a:ext uri="{FF2B5EF4-FFF2-40B4-BE49-F238E27FC236}">
                <a16:creationId xmlns:a16="http://schemas.microsoft.com/office/drawing/2014/main" id="{2C12344D-D2A5-5CBF-2C2D-4C7963AD0295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 bwMode="gray">
          <a:xfrm>
            <a:off x="6039000" y="3788277"/>
            <a:ext cx="2700000" cy="814387"/>
          </a:xfrm>
        </p:spPr>
        <p:txBody>
          <a:bodyPr/>
          <a:lstStyle/>
          <a:p>
            <a:endParaRPr lang="de-DE" dirty="0"/>
          </a:p>
          <a:p>
            <a:r>
              <a:rPr lang="de-DE" dirty="0"/>
              <a:t>Android-App</a:t>
            </a:r>
          </a:p>
          <a:p>
            <a:endParaRPr lang="de-DE" dirty="0"/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65C07C2D-141A-1106-404C-11F4DFA87671}"/>
              </a:ext>
            </a:extLst>
          </p:cNvPr>
          <p:cNvSpPr>
            <a:spLocks noGrp="1"/>
          </p:cNvSpPr>
          <p:nvPr>
            <p:ph type="title"/>
          </p:nvPr>
        </p:nvSpPr>
        <p:spPr bwMode="gray"/>
        <p:txBody>
          <a:bodyPr/>
          <a:lstStyle/>
          <a:p>
            <a:r>
              <a:rPr lang="de-DE" sz="3200" dirty="0"/>
              <a:t>Agenda</a:t>
            </a:r>
          </a:p>
        </p:txBody>
      </p:sp>
      <p:sp>
        <p:nvSpPr>
          <p:cNvPr id="2" name="Fußzeilenplatzhalter 4">
            <a:extLst>
              <a:ext uri="{FF2B5EF4-FFF2-40B4-BE49-F238E27FC236}">
                <a16:creationId xmlns:a16="http://schemas.microsoft.com/office/drawing/2014/main" id="{ACF8157F-0D1B-037A-8744-7539DD97B256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 bwMode="gray">
          <a:xfrm>
            <a:off x="405000" y="6493063"/>
            <a:ext cx="5670000" cy="288000"/>
          </a:xfrm>
        </p:spPr>
        <p:txBody>
          <a:bodyPr/>
          <a:lstStyle/>
          <a:p>
            <a:r>
              <a:rPr lang="de-DE" dirty="0"/>
              <a:t>MUC Modularbeit</a:t>
            </a:r>
            <a:r>
              <a:rPr lang="de-DE" noProof="0" dirty="0"/>
              <a:t> | </a:t>
            </a:r>
            <a:r>
              <a:rPr lang="de-DE" dirty="0"/>
              <a:t>Maria Lyoteva | Tsvetan Stanchev</a:t>
            </a:r>
            <a:endParaRPr lang="de-DE" noProof="0" dirty="0"/>
          </a:p>
        </p:txBody>
      </p:sp>
    </p:spTree>
    <p:extLst>
      <p:ext uri="{BB962C8B-B14F-4D97-AF65-F5344CB8AC3E}">
        <p14:creationId xmlns:p14="http://schemas.microsoft.com/office/powerpoint/2010/main" val="34224656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3C825898-C3C1-BDBF-193E-F1FBA76A2F9C}"/>
              </a:ext>
            </a:extLst>
          </p:cNvPr>
          <p:cNvSpPr>
            <a:spLocks noGrp="1"/>
          </p:cNvSpPr>
          <p:nvPr>
            <p:ph type="dt" sz="half" idx="14"/>
          </p:nvPr>
        </p:nvSpPr>
        <p:spPr bwMode="gray"/>
        <p:txBody>
          <a:bodyPr/>
          <a:lstStyle/>
          <a:p>
            <a:fld id="{194E3042-2D42-4887-B710-6A504077A7CF}" type="datetime4">
              <a:rPr lang="de-DE" noProof="0" smtClean="0"/>
              <a:t>11. Juli 2024</a:t>
            </a:fld>
            <a:endParaRPr lang="de-DE" noProof="0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6101C579-E2F7-79A6-DEF4-73197D2B874D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 bwMode="gray"/>
        <p:txBody>
          <a:bodyPr/>
          <a:lstStyle/>
          <a:p>
            <a:fld id="{02CEFE82-39F2-4F47-8A0C-D5AB3496FA5C}" type="slidenum">
              <a:rPr lang="de-DE" noProof="0" smtClean="0"/>
              <a:pPr/>
              <a:t>7</a:t>
            </a:fld>
            <a:endParaRPr lang="de-DE" noProof="0" dirty="0"/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5BC0F9AC-860D-2482-7C67-8982E8FD5733}"/>
              </a:ext>
            </a:extLst>
          </p:cNvPr>
          <p:cNvSpPr>
            <a:spLocks noGrp="1"/>
          </p:cNvSpPr>
          <p:nvPr>
            <p:ph type="title"/>
          </p:nvPr>
        </p:nvSpPr>
        <p:spPr bwMode="gray"/>
        <p:txBody>
          <a:bodyPr/>
          <a:lstStyle/>
          <a:p>
            <a:r>
              <a:rPr lang="de-DE" sz="3200" dirty="0"/>
              <a:t>ESP32-Code</a:t>
            </a:r>
          </a:p>
        </p:txBody>
      </p:sp>
      <p:sp>
        <p:nvSpPr>
          <p:cNvPr id="8" name="Inhaltsplatzhalter 6">
            <a:extLst>
              <a:ext uri="{FF2B5EF4-FFF2-40B4-BE49-F238E27FC236}">
                <a16:creationId xmlns:a16="http://schemas.microsoft.com/office/drawing/2014/main" id="{5144E743-BDD5-41E4-FFE3-D628F7DC44D9}"/>
              </a:ext>
            </a:extLst>
          </p:cNvPr>
          <p:cNvSpPr txBox="1">
            <a:spLocks/>
          </p:cNvSpPr>
          <p:nvPr/>
        </p:nvSpPr>
        <p:spPr bwMode="gray">
          <a:xfrm>
            <a:off x="405000" y="1728000"/>
            <a:ext cx="4047729" cy="4140000"/>
          </a:xfrm>
          <a:custGeom>
            <a:avLst/>
            <a:gdLst>
              <a:gd name="connsiteX0" fmla="*/ 0 w 11520000"/>
              <a:gd name="connsiteY0" fmla="*/ 0 h 4298400"/>
              <a:gd name="connsiteX1" fmla="*/ 11520000 w 11520000"/>
              <a:gd name="connsiteY1" fmla="*/ 0 h 4298400"/>
              <a:gd name="connsiteX2" fmla="*/ 11520000 w 11520000"/>
              <a:gd name="connsiteY2" fmla="*/ 4298400 h 4298400"/>
              <a:gd name="connsiteX3" fmla="*/ 0 w 11520000"/>
              <a:gd name="connsiteY3" fmla="*/ 4298400 h 4298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520000" h="4298400">
                <a:moveTo>
                  <a:pt x="0" y="0"/>
                </a:moveTo>
                <a:lnTo>
                  <a:pt x="11520000" y="0"/>
                </a:lnTo>
                <a:lnTo>
                  <a:pt x="11520000" y="4298400"/>
                </a:lnTo>
                <a:lnTo>
                  <a:pt x="0" y="4298400"/>
                </a:lnTo>
                <a:close/>
              </a:path>
            </a:pathLst>
          </a:custGeom>
        </p:spPr>
        <p:txBody>
          <a:bodyPr/>
          <a:lstStyle>
            <a:lvl1pPr marL="202520" indent="-202520" algn="l" defTabSz="685868" rtl="0" eaLnBrk="1" latinLnBrk="0" hangingPunct="1">
              <a:lnSpc>
                <a:spcPct val="130000"/>
              </a:lnSpc>
              <a:spcBef>
                <a:spcPts val="0"/>
              </a:spcBef>
              <a:spcAft>
                <a:spcPts val="9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0054" indent="-202520" algn="l" defTabSz="685868" rtl="0" eaLnBrk="1" latinLnBrk="0" hangingPunct="1">
              <a:lnSpc>
                <a:spcPct val="130000"/>
              </a:lnSpc>
              <a:spcBef>
                <a:spcPts val="0"/>
              </a:spcBef>
              <a:spcAft>
                <a:spcPts val="900"/>
              </a:spcAft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10081" indent="-202520" algn="l" defTabSz="685868" rtl="0" eaLnBrk="1" latinLnBrk="0" hangingPunct="1">
              <a:lnSpc>
                <a:spcPct val="130000"/>
              </a:lnSpc>
              <a:spcBef>
                <a:spcPts val="0"/>
              </a:spcBef>
              <a:spcAft>
                <a:spcPts val="900"/>
              </a:spcAft>
              <a:buFont typeface="Arial" panose="020B0604020202020204" pitchFamily="34" charset="0"/>
              <a:buChar char="–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80108" indent="-202520" algn="l" defTabSz="685868" rtl="0" eaLnBrk="1" latinLnBrk="0" hangingPunct="1">
              <a:lnSpc>
                <a:spcPct val="130000"/>
              </a:lnSpc>
              <a:spcBef>
                <a:spcPts val="0"/>
              </a:spcBef>
              <a:spcAft>
                <a:spcPts val="900"/>
              </a:spcAft>
              <a:buFont typeface="Arial" panose="020B0604020202020204" pitchFamily="34" charset="0"/>
              <a:buChar char="–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50135" indent="-202520" algn="l" defTabSz="685868" rtl="0" eaLnBrk="1" latinLnBrk="0" hangingPunct="1">
              <a:lnSpc>
                <a:spcPct val="130000"/>
              </a:lnSpc>
              <a:spcBef>
                <a:spcPts val="0"/>
              </a:spcBef>
              <a:spcAft>
                <a:spcPts val="900"/>
              </a:spcAft>
              <a:buFont typeface="Arial" panose="020B0604020202020204" pitchFamily="34" charset="0"/>
              <a:buChar char="–"/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6138" indent="-171467" algn="l" defTabSz="685868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9073" indent="-171467" algn="l" defTabSz="685868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2007" indent="-171467" algn="l" defTabSz="685868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942" indent="-171467" algn="l" defTabSz="685868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sz="2200" dirty="0"/>
              <a:t>Bibliothek MAX30100_PulseOximeter</a:t>
            </a:r>
          </a:p>
          <a:p>
            <a:r>
              <a:rPr lang="de-DE" sz="2200" dirty="0"/>
              <a:t>Initialisierung des </a:t>
            </a:r>
            <a:br>
              <a:rPr lang="de-DE" sz="2200" dirty="0"/>
            </a:br>
            <a:r>
              <a:rPr lang="de-DE" sz="2200" dirty="0"/>
              <a:t>Pulsoximeters</a:t>
            </a:r>
          </a:p>
          <a:p>
            <a:r>
              <a:rPr lang="de-DE" sz="2200" dirty="0"/>
              <a:t>Messung der Durchschnittswerte </a:t>
            </a:r>
          </a:p>
          <a:p>
            <a:r>
              <a:rPr lang="de-DE" sz="2200" dirty="0"/>
              <a:t>Ausgabe</a:t>
            </a:r>
            <a:endParaRPr lang="bg-BG" sz="2200" dirty="0"/>
          </a:p>
          <a:p>
            <a:pPr marL="0" indent="0">
              <a:buNone/>
            </a:pPr>
            <a:endParaRPr lang="de-DE" dirty="0"/>
          </a:p>
          <a:p>
            <a:endParaRPr lang="de-DE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76E7386A-7488-AD73-6FDA-120B19692F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82279" y="2373006"/>
            <a:ext cx="4972871" cy="2111988"/>
          </a:xfrm>
          <a:prstGeom prst="rect">
            <a:avLst/>
          </a:prstGeom>
        </p:spPr>
      </p:pic>
      <p:sp>
        <p:nvSpPr>
          <p:cNvPr id="2" name="Fußzeilenplatzhalter 4">
            <a:extLst>
              <a:ext uri="{FF2B5EF4-FFF2-40B4-BE49-F238E27FC236}">
                <a16:creationId xmlns:a16="http://schemas.microsoft.com/office/drawing/2014/main" id="{12FBAA37-2D14-BED2-6310-63F4FD6AE076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 bwMode="gray">
          <a:xfrm>
            <a:off x="405000" y="6493063"/>
            <a:ext cx="5670000" cy="288000"/>
          </a:xfrm>
        </p:spPr>
        <p:txBody>
          <a:bodyPr/>
          <a:lstStyle/>
          <a:p>
            <a:r>
              <a:rPr lang="de-DE" dirty="0"/>
              <a:t>MUC Modularbeit</a:t>
            </a:r>
            <a:r>
              <a:rPr lang="de-DE" noProof="0" dirty="0"/>
              <a:t> | </a:t>
            </a:r>
            <a:r>
              <a:rPr lang="de-DE" dirty="0"/>
              <a:t>Maria Lyoteva | Tsvetan Stanchev</a:t>
            </a:r>
            <a:endParaRPr lang="de-DE" noProof="0" dirty="0"/>
          </a:p>
        </p:txBody>
      </p:sp>
    </p:spTree>
    <p:extLst>
      <p:ext uri="{BB962C8B-B14F-4D97-AF65-F5344CB8AC3E}">
        <p14:creationId xmlns:p14="http://schemas.microsoft.com/office/powerpoint/2010/main" val="22665513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CEF8B4D4-0746-CEE5-2F50-5B09014C25B8}"/>
              </a:ext>
            </a:extLst>
          </p:cNvPr>
          <p:cNvSpPr>
            <a:spLocks noGrp="1"/>
          </p:cNvSpPr>
          <p:nvPr>
            <p:ph type="dt" sz="half" idx="14"/>
          </p:nvPr>
        </p:nvSpPr>
        <p:spPr bwMode="gray"/>
        <p:txBody>
          <a:bodyPr/>
          <a:lstStyle/>
          <a:p>
            <a:fld id="{1065B2B9-01C5-4CF7-AC68-1ABCFB96A8D8}" type="datetime4">
              <a:rPr lang="de-DE" noProof="0" smtClean="0"/>
              <a:t>11. Juli 2024</a:t>
            </a:fld>
            <a:endParaRPr lang="de-DE" noProof="0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97A3E21-222F-9A8B-DC95-7D5395587EA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 bwMode="gray"/>
        <p:txBody>
          <a:bodyPr/>
          <a:lstStyle/>
          <a:p>
            <a:fld id="{02CEFE82-39F2-4F47-8A0C-D5AB3496FA5C}" type="slidenum">
              <a:rPr lang="de-DE" noProof="0" smtClean="0"/>
              <a:pPr/>
              <a:t>8</a:t>
            </a:fld>
            <a:endParaRPr lang="de-DE" noProof="0" dirty="0"/>
          </a:p>
        </p:txBody>
      </p:sp>
      <p:sp>
        <p:nvSpPr>
          <p:cNvPr id="8" name="Textplatzhalter 7">
            <a:extLst>
              <a:ext uri="{FF2B5EF4-FFF2-40B4-BE49-F238E27FC236}">
                <a16:creationId xmlns:a16="http://schemas.microsoft.com/office/drawing/2014/main" id="{BBE531E5-3599-7013-9782-F33CA85F1FB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 bwMode="gray">
          <a:xfrm>
            <a:off x="401529" y="2444486"/>
            <a:ext cx="796529" cy="815313"/>
          </a:xfrm>
        </p:spPr>
        <p:txBody>
          <a:bodyPr/>
          <a:lstStyle/>
          <a:p>
            <a:r>
              <a:rPr lang="de-DE" dirty="0">
                <a:solidFill>
                  <a:schemeClr val="bg2"/>
                </a:solidFill>
              </a:rPr>
              <a:t>01</a:t>
            </a:r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D12DC1CE-4129-B54B-25A9-803BC75014A5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 bwMode="gray">
          <a:xfrm>
            <a:off x="401529" y="3787351"/>
            <a:ext cx="796529" cy="815313"/>
          </a:xfrm>
        </p:spPr>
        <p:txBody>
          <a:bodyPr/>
          <a:lstStyle/>
          <a:p>
            <a:r>
              <a:rPr lang="de-DE" dirty="0">
                <a:solidFill>
                  <a:schemeClr val="bg2"/>
                </a:solidFill>
              </a:rPr>
              <a:t>02</a:t>
            </a:r>
          </a:p>
        </p:txBody>
      </p:sp>
      <p:sp>
        <p:nvSpPr>
          <p:cNvPr id="11" name="Textplatzhalter 10">
            <a:extLst>
              <a:ext uri="{FF2B5EF4-FFF2-40B4-BE49-F238E27FC236}">
                <a16:creationId xmlns:a16="http://schemas.microsoft.com/office/drawing/2014/main" id="{BE4EEDCF-9322-D12A-86A0-EAFA4EC075EE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 bwMode="gray">
          <a:xfrm rot="5400000">
            <a:off x="994382" y="2838641"/>
            <a:ext cx="720000" cy="27000"/>
          </a:xfrm>
          <a:solidFill>
            <a:schemeClr val="bg2"/>
          </a:solidFill>
        </p:spPr>
        <p:txBody>
          <a:bodyPr/>
          <a:lstStyle/>
          <a:p>
            <a:r>
              <a:rPr lang="de-DE" dirty="0"/>
              <a:t> </a:t>
            </a:r>
          </a:p>
        </p:txBody>
      </p:sp>
      <p:sp>
        <p:nvSpPr>
          <p:cNvPr id="12" name="Textplatzhalter 11">
            <a:extLst>
              <a:ext uri="{FF2B5EF4-FFF2-40B4-BE49-F238E27FC236}">
                <a16:creationId xmlns:a16="http://schemas.microsoft.com/office/drawing/2014/main" id="{62C5EF6A-2210-D268-28CC-3FD8B0D01955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 bwMode="gray">
          <a:xfrm rot="5400000">
            <a:off x="994382" y="4181506"/>
            <a:ext cx="720000" cy="27000"/>
          </a:xfrm>
          <a:solidFill>
            <a:schemeClr val="bg2"/>
          </a:solidFill>
        </p:spPr>
        <p:txBody>
          <a:bodyPr/>
          <a:lstStyle/>
          <a:p>
            <a:r>
              <a:rPr lang="de-DE" dirty="0">
                <a:solidFill>
                  <a:schemeClr val="accent6">
                    <a:lumMod val="75000"/>
                  </a:schemeClr>
                </a:solidFill>
              </a:rPr>
              <a:t> </a:t>
            </a:r>
          </a:p>
        </p:txBody>
      </p:sp>
      <p:sp>
        <p:nvSpPr>
          <p:cNvPr id="14" name="Textplatzhalter 13">
            <a:extLst>
              <a:ext uri="{FF2B5EF4-FFF2-40B4-BE49-F238E27FC236}">
                <a16:creationId xmlns:a16="http://schemas.microsoft.com/office/drawing/2014/main" id="{F2AA32FD-DB2B-D278-6E4E-CF254ADD969A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 bwMode="gray">
          <a:xfrm>
            <a:off x="1510706" y="2444849"/>
            <a:ext cx="2700000" cy="814387"/>
          </a:xfrm>
        </p:spPr>
        <p:txBody>
          <a:bodyPr/>
          <a:lstStyle/>
          <a:p>
            <a:r>
              <a:rPr lang="de-DE" dirty="0"/>
              <a:t>Projektbeschreibung</a:t>
            </a:r>
          </a:p>
        </p:txBody>
      </p:sp>
      <p:sp>
        <p:nvSpPr>
          <p:cNvPr id="15" name="Textplatzhalter 14">
            <a:extLst>
              <a:ext uri="{FF2B5EF4-FFF2-40B4-BE49-F238E27FC236}">
                <a16:creationId xmlns:a16="http://schemas.microsoft.com/office/drawing/2014/main" id="{46596E53-4986-D6D0-2592-C81C0E0A135C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 bwMode="gray">
          <a:xfrm>
            <a:off x="1510706" y="3788277"/>
            <a:ext cx="2700000" cy="814387"/>
          </a:xfrm>
        </p:spPr>
        <p:txBody>
          <a:bodyPr/>
          <a:lstStyle/>
          <a:p>
            <a:r>
              <a:rPr lang="de-DE" dirty="0"/>
              <a:t>ESP32-Code</a:t>
            </a:r>
          </a:p>
        </p:txBody>
      </p:sp>
      <p:sp>
        <p:nvSpPr>
          <p:cNvPr id="17" name="Textplatzhalter 16">
            <a:extLst>
              <a:ext uri="{FF2B5EF4-FFF2-40B4-BE49-F238E27FC236}">
                <a16:creationId xmlns:a16="http://schemas.microsoft.com/office/drawing/2014/main" id="{BD9F9CAB-4746-90AF-4673-131F51C7207B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 bwMode="gray">
          <a:xfrm>
            <a:off x="4929823" y="2444486"/>
            <a:ext cx="796529" cy="815313"/>
          </a:xfrm>
        </p:spPr>
        <p:txBody>
          <a:bodyPr/>
          <a:lstStyle/>
          <a:p>
            <a:r>
              <a:rPr lang="de-DE" dirty="0"/>
              <a:t>03</a:t>
            </a:r>
          </a:p>
        </p:txBody>
      </p:sp>
      <p:sp>
        <p:nvSpPr>
          <p:cNvPr id="18" name="Textplatzhalter 17">
            <a:extLst>
              <a:ext uri="{FF2B5EF4-FFF2-40B4-BE49-F238E27FC236}">
                <a16:creationId xmlns:a16="http://schemas.microsoft.com/office/drawing/2014/main" id="{B560349B-8426-B297-84F5-6456921DE21A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 bwMode="gray">
          <a:xfrm>
            <a:off x="4929823" y="3787351"/>
            <a:ext cx="796529" cy="815313"/>
          </a:xfrm>
        </p:spPr>
        <p:txBody>
          <a:bodyPr/>
          <a:lstStyle/>
          <a:p>
            <a:r>
              <a:rPr lang="de-DE" dirty="0">
                <a:solidFill>
                  <a:schemeClr val="bg2"/>
                </a:solidFill>
              </a:rPr>
              <a:t>04</a:t>
            </a:r>
          </a:p>
        </p:txBody>
      </p:sp>
      <p:sp>
        <p:nvSpPr>
          <p:cNvPr id="20" name="Textplatzhalter 19">
            <a:extLst>
              <a:ext uri="{FF2B5EF4-FFF2-40B4-BE49-F238E27FC236}">
                <a16:creationId xmlns:a16="http://schemas.microsoft.com/office/drawing/2014/main" id="{092D31BA-82DE-2054-B5CD-EE60C523F5B2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 bwMode="gray">
          <a:xfrm rot="5400000">
            <a:off x="5522676" y="2838641"/>
            <a:ext cx="720000" cy="27000"/>
          </a:xfrm>
          <a:solidFill>
            <a:schemeClr val="accent1"/>
          </a:solidFill>
        </p:spPr>
        <p:txBody>
          <a:bodyPr/>
          <a:lstStyle/>
          <a:p>
            <a:r>
              <a:rPr lang="de-DE" dirty="0"/>
              <a:t> </a:t>
            </a:r>
          </a:p>
        </p:txBody>
      </p:sp>
      <p:sp>
        <p:nvSpPr>
          <p:cNvPr id="21" name="Textplatzhalter 20">
            <a:extLst>
              <a:ext uri="{FF2B5EF4-FFF2-40B4-BE49-F238E27FC236}">
                <a16:creationId xmlns:a16="http://schemas.microsoft.com/office/drawing/2014/main" id="{8A45EBF6-58EC-5BA7-BBA7-384FCAEE3437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 bwMode="gray">
          <a:xfrm rot="5400000">
            <a:off x="5522676" y="4181506"/>
            <a:ext cx="720000" cy="27000"/>
          </a:xfrm>
          <a:solidFill>
            <a:schemeClr val="bg2"/>
          </a:solidFill>
        </p:spPr>
        <p:txBody>
          <a:bodyPr/>
          <a:lstStyle/>
          <a:p>
            <a:r>
              <a:rPr lang="de-DE" dirty="0"/>
              <a:t> </a:t>
            </a:r>
          </a:p>
        </p:txBody>
      </p:sp>
      <p:sp>
        <p:nvSpPr>
          <p:cNvPr id="23" name="Textplatzhalter 22">
            <a:extLst>
              <a:ext uri="{FF2B5EF4-FFF2-40B4-BE49-F238E27FC236}">
                <a16:creationId xmlns:a16="http://schemas.microsoft.com/office/drawing/2014/main" id="{46E873F8-2344-1665-F3FF-734CCA84447E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 bwMode="gray">
          <a:xfrm>
            <a:off x="6039000" y="2444849"/>
            <a:ext cx="2700000" cy="814387"/>
          </a:xfrm>
        </p:spPr>
        <p:txBody>
          <a:bodyPr/>
          <a:lstStyle/>
          <a:p>
            <a:endParaRPr lang="de-DE" dirty="0"/>
          </a:p>
          <a:p>
            <a:r>
              <a:rPr lang="de-DE" dirty="0"/>
              <a:t>NodeRED-Flow</a:t>
            </a:r>
          </a:p>
          <a:p>
            <a:endParaRPr lang="de-DE" dirty="0"/>
          </a:p>
        </p:txBody>
      </p:sp>
      <p:sp>
        <p:nvSpPr>
          <p:cNvPr id="24" name="Textplatzhalter 23">
            <a:extLst>
              <a:ext uri="{FF2B5EF4-FFF2-40B4-BE49-F238E27FC236}">
                <a16:creationId xmlns:a16="http://schemas.microsoft.com/office/drawing/2014/main" id="{2C12344D-D2A5-5CBF-2C2D-4C7963AD0295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 bwMode="gray">
          <a:xfrm>
            <a:off x="6039000" y="3788277"/>
            <a:ext cx="2700000" cy="814387"/>
          </a:xfrm>
        </p:spPr>
        <p:txBody>
          <a:bodyPr/>
          <a:lstStyle/>
          <a:p>
            <a:endParaRPr lang="de-DE" dirty="0"/>
          </a:p>
          <a:p>
            <a:r>
              <a:rPr lang="de-DE" dirty="0"/>
              <a:t>Android-App</a:t>
            </a:r>
          </a:p>
          <a:p>
            <a:endParaRPr lang="de-DE" dirty="0"/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65C07C2D-141A-1106-404C-11F4DFA87671}"/>
              </a:ext>
            </a:extLst>
          </p:cNvPr>
          <p:cNvSpPr>
            <a:spLocks noGrp="1"/>
          </p:cNvSpPr>
          <p:nvPr>
            <p:ph type="title"/>
          </p:nvPr>
        </p:nvSpPr>
        <p:spPr bwMode="gray"/>
        <p:txBody>
          <a:bodyPr/>
          <a:lstStyle/>
          <a:p>
            <a:r>
              <a:rPr lang="de-DE" sz="3200" dirty="0"/>
              <a:t>Agenda</a:t>
            </a:r>
          </a:p>
        </p:txBody>
      </p:sp>
      <p:sp>
        <p:nvSpPr>
          <p:cNvPr id="2" name="Fußzeilenplatzhalter 4">
            <a:extLst>
              <a:ext uri="{FF2B5EF4-FFF2-40B4-BE49-F238E27FC236}">
                <a16:creationId xmlns:a16="http://schemas.microsoft.com/office/drawing/2014/main" id="{9EBC6525-9C29-509A-A255-FF9CF8D0F79D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 bwMode="gray">
          <a:xfrm>
            <a:off x="405000" y="6493063"/>
            <a:ext cx="5670000" cy="288000"/>
          </a:xfrm>
        </p:spPr>
        <p:txBody>
          <a:bodyPr/>
          <a:lstStyle/>
          <a:p>
            <a:r>
              <a:rPr lang="de-DE" dirty="0"/>
              <a:t>MUC Modularbeit</a:t>
            </a:r>
            <a:r>
              <a:rPr lang="de-DE" noProof="0" dirty="0"/>
              <a:t> | </a:t>
            </a:r>
            <a:r>
              <a:rPr lang="de-DE" dirty="0"/>
              <a:t>Maria Lyoteva | Tsvetan Stanchev</a:t>
            </a:r>
            <a:endParaRPr lang="de-DE" noProof="0" dirty="0"/>
          </a:p>
        </p:txBody>
      </p:sp>
    </p:spTree>
    <p:extLst>
      <p:ext uri="{BB962C8B-B14F-4D97-AF65-F5344CB8AC3E}">
        <p14:creationId xmlns:p14="http://schemas.microsoft.com/office/powerpoint/2010/main" val="32125892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3C825898-C3C1-BDBF-193E-F1FBA76A2F9C}"/>
              </a:ext>
            </a:extLst>
          </p:cNvPr>
          <p:cNvSpPr>
            <a:spLocks noGrp="1"/>
          </p:cNvSpPr>
          <p:nvPr>
            <p:ph type="dt" sz="half" idx="14"/>
          </p:nvPr>
        </p:nvSpPr>
        <p:spPr bwMode="gray"/>
        <p:txBody>
          <a:bodyPr/>
          <a:lstStyle/>
          <a:p>
            <a:fld id="{194E3042-2D42-4887-B710-6A504077A7CF}" type="datetime4">
              <a:rPr lang="de-DE" noProof="0" smtClean="0"/>
              <a:t>11. Juli 2024</a:t>
            </a:fld>
            <a:endParaRPr lang="de-DE" noProof="0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6101C579-E2F7-79A6-DEF4-73197D2B874D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 bwMode="gray"/>
        <p:txBody>
          <a:bodyPr/>
          <a:lstStyle/>
          <a:p>
            <a:fld id="{02CEFE82-39F2-4F47-8A0C-D5AB3496FA5C}" type="slidenum">
              <a:rPr lang="de-DE" noProof="0" smtClean="0"/>
              <a:pPr/>
              <a:t>9</a:t>
            </a:fld>
            <a:endParaRPr lang="de-DE" noProof="0" dirty="0"/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5BC0F9AC-860D-2482-7C67-8982E8FD5733}"/>
              </a:ext>
            </a:extLst>
          </p:cNvPr>
          <p:cNvSpPr>
            <a:spLocks noGrp="1"/>
          </p:cNvSpPr>
          <p:nvPr>
            <p:ph type="title"/>
          </p:nvPr>
        </p:nvSpPr>
        <p:spPr bwMode="gray"/>
        <p:txBody>
          <a:bodyPr/>
          <a:lstStyle/>
          <a:p>
            <a:r>
              <a:rPr lang="de-DE" sz="3200" dirty="0"/>
              <a:t>NodeRED-Flow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7AC1DF8-DC5E-B234-E3D5-77BF1F484B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1216" y="1668331"/>
            <a:ext cx="5087783" cy="3521337"/>
          </a:xfrm>
          <a:prstGeom prst="rect">
            <a:avLst/>
          </a:prstGeom>
        </p:spPr>
      </p:pic>
      <p:sp>
        <p:nvSpPr>
          <p:cNvPr id="10" name="Inhaltsplatzhalter 6">
            <a:extLst>
              <a:ext uri="{FF2B5EF4-FFF2-40B4-BE49-F238E27FC236}">
                <a16:creationId xmlns:a16="http://schemas.microsoft.com/office/drawing/2014/main" id="{387443F0-C75E-E75A-8AD8-053064B4340F}"/>
              </a:ext>
            </a:extLst>
          </p:cNvPr>
          <p:cNvSpPr txBox="1">
            <a:spLocks/>
          </p:cNvSpPr>
          <p:nvPr/>
        </p:nvSpPr>
        <p:spPr bwMode="gray">
          <a:xfrm>
            <a:off x="405000" y="1728000"/>
            <a:ext cx="3391747" cy="4140000"/>
          </a:xfrm>
          <a:custGeom>
            <a:avLst/>
            <a:gdLst>
              <a:gd name="connsiteX0" fmla="*/ 0 w 11520000"/>
              <a:gd name="connsiteY0" fmla="*/ 0 h 4298400"/>
              <a:gd name="connsiteX1" fmla="*/ 11520000 w 11520000"/>
              <a:gd name="connsiteY1" fmla="*/ 0 h 4298400"/>
              <a:gd name="connsiteX2" fmla="*/ 11520000 w 11520000"/>
              <a:gd name="connsiteY2" fmla="*/ 4298400 h 4298400"/>
              <a:gd name="connsiteX3" fmla="*/ 0 w 11520000"/>
              <a:gd name="connsiteY3" fmla="*/ 4298400 h 4298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520000" h="4298400">
                <a:moveTo>
                  <a:pt x="0" y="0"/>
                </a:moveTo>
                <a:lnTo>
                  <a:pt x="11520000" y="0"/>
                </a:lnTo>
                <a:lnTo>
                  <a:pt x="11520000" y="4298400"/>
                </a:lnTo>
                <a:lnTo>
                  <a:pt x="0" y="4298400"/>
                </a:lnTo>
                <a:close/>
              </a:path>
            </a:pathLst>
          </a:custGeom>
        </p:spPr>
        <p:txBody>
          <a:bodyPr/>
          <a:lstStyle>
            <a:lvl1pPr marL="202520" indent="-202520" algn="l" defTabSz="685868" rtl="0" eaLnBrk="1" latinLnBrk="0" hangingPunct="1">
              <a:lnSpc>
                <a:spcPct val="130000"/>
              </a:lnSpc>
              <a:spcBef>
                <a:spcPts val="0"/>
              </a:spcBef>
              <a:spcAft>
                <a:spcPts val="9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0054" indent="-202520" algn="l" defTabSz="685868" rtl="0" eaLnBrk="1" latinLnBrk="0" hangingPunct="1">
              <a:lnSpc>
                <a:spcPct val="130000"/>
              </a:lnSpc>
              <a:spcBef>
                <a:spcPts val="0"/>
              </a:spcBef>
              <a:spcAft>
                <a:spcPts val="900"/>
              </a:spcAft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10081" indent="-202520" algn="l" defTabSz="685868" rtl="0" eaLnBrk="1" latinLnBrk="0" hangingPunct="1">
              <a:lnSpc>
                <a:spcPct val="130000"/>
              </a:lnSpc>
              <a:spcBef>
                <a:spcPts val="0"/>
              </a:spcBef>
              <a:spcAft>
                <a:spcPts val="900"/>
              </a:spcAft>
              <a:buFont typeface="Arial" panose="020B0604020202020204" pitchFamily="34" charset="0"/>
              <a:buChar char="–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80108" indent="-202520" algn="l" defTabSz="685868" rtl="0" eaLnBrk="1" latinLnBrk="0" hangingPunct="1">
              <a:lnSpc>
                <a:spcPct val="130000"/>
              </a:lnSpc>
              <a:spcBef>
                <a:spcPts val="0"/>
              </a:spcBef>
              <a:spcAft>
                <a:spcPts val="900"/>
              </a:spcAft>
              <a:buFont typeface="Arial" panose="020B0604020202020204" pitchFamily="34" charset="0"/>
              <a:buChar char="–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50135" indent="-202520" algn="l" defTabSz="685868" rtl="0" eaLnBrk="1" latinLnBrk="0" hangingPunct="1">
              <a:lnSpc>
                <a:spcPct val="130000"/>
              </a:lnSpc>
              <a:spcBef>
                <a:spcPts val="0"/>
              </a:spcBef>
              <a:spcAft>
                <a:spcPts val="900"/>
              </a:spcAft>
              <a:buFont typeface="Arial" panose="020B0604020202020204" pitchFamily="34" charset="0"/>
              <a:buChar char="–"/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6138" indent="-171467" algn="l" defTabSz="685868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9073" indent="-171467" algn="l" defTabSz="685868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2007" indent="-171467" algn="l" defTabSz="685868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942" indent="-171467" algn="l" defTabSz="685868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sz="2200" dirty="0"/>
              <a:t>Daten vom ESP-32 lesen</a:t>
            </a:r>
          </a:p>
          <a:p>
            <a:r>
              <a:rPr lang="en-GB" sz="2200" dirty="0" err="1"/>
              <a:t>Daten</a:t>
            </a:r>
            <a:r>
              <a:rPr lang="en-GB" sz="2200" dirty="0"/>
              <a:t> </a:t>
            </a:r>
            <a:r>
              <a:rPr lang="en-GB" sz="2200" dirty="0" err="1"/>
              <a:t>trennen</a:t>
            </a:r>
            <a:endParaRPr lang="bg-BG" sz="2200" dirty="0"/>
          </a:p>
          <a:p>
            <a:r>
              <a:rPr lang="de-DE" sz="2200" dirty="0"/>
              <a:t>Visualisierung von Puls und Sättigung </a:t>
            </a:r>
            <a:endParaRPr lang="bg-BG" sz="2200" dirty="0"/>
          </a:p>
          <a:p>
            <a:r>
              <a:rPr lang="de-DE" sz="2200" dirty="0"/>
              <a:t>Senden der Daten</a:t>
            </a:r>
            <a:r>
              <a:rPr lang="bg-BG" sz="2200" dirty="0"/>
              <a:t> </a:t>
            </a:r>
            <a:r>
              <a:rPr lang="en-GB" sz="2200" dirty="0"/>
              <a:t>per MQTT</a:t>
            </a:r>
          </a:p>
          <a:p>
            <a:pPr marL="0" indent="0">
              <a:buNone/>
            </a:pPr>
            <a:endParaRPr lang="de-DE" dirty="0"/>
          </a:p>
          <a:p>
            <a:endParaRPr lang="de-DE" dirty="0"/>
          </a:p>
        </p:txBody>
      </p:sp>
      <p:sp>
        <p:nvSpPr>
          <p:cNvPr id="2" name="Fußzeilenplatzhalter 4">
            <a:extLst>
              <a:ext uri="{FF2B5EF4-FFF2-40B4-BE49-F238E27FC236}">
                <a16:creationId xmlns:a16="http://schemas.microsoft.com/office/drawing/2014/main" id="{EAB88B9A-F4FD-A2FB-AFA2-16580EF9B604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 bwMode="gray">
          <a:xfrm>
            <a:off x="405000" y="6493063"/>
            <a:ext cx="5670000" cy="288000"/>
          </a:xfrm>
        </p:spPr>
        <p:txBody>
          <a:bodyPr/>
          <a:lstStyle/>
          <a:p>
            <a:r>
              <a:rPr lang="de-DE" dirty="0"/>
              <a:t>MUC Modularbeit</a:t>
            </a:r>
            <a:r>
              <a:rPr lang="de-DE" noProof="0" dirty="0"/>
              <a:t> | </a:t>
            </a:r>
            <a:r>
              <a:rPr lang="de-DE" dirty="0"/>
              <a:t>Maria Lyoteva | Tsvetan Stanchev</a:t>
            </a:r>
            <a:endParaRPr lang="de-DE" noProof="0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0B88FFE9-D25E-4D36-218D-478FFAAED654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795408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B6FDA59-5275-934E-85F1-B2D8A12071AC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AA8A9A55-2ABC-4FFE-87E5-39C6B5EC27C8}" type="datetime4">
              <a:rPr lang="de-DE" noProof="0" smtClean="0"/>
              <a:t>11. Juli 2024</a:t>
            </a:fld>
            <a:endParaRPr lang="de-DE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FDECBC1-EBF1-A303-0BBF-073B1F212450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02CEFE82-39F2-4F47-8A0C-D5AB3496FA5C}" type="slidenum">
              <a:rPr lang="de-DE" noProof="0" smtClean="0"/>
              <a:pPr/>
              <a:t>10</a:t>
            </a:fld>
            <a:endParaRPr lang="de-DE" noProof="0" dirty="0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1ACAF116-7FCF-E21A-61C5-4EAEEBFBA1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3200" dirty="0" err="1"/>
              <a:t>NodeRED</a:t>
            </a:r>
            <a:r>
              <a:rPr lang="en-GB" sz="3200" dirty="0"/>
              <a:t> Demo</a:t>
            </a:r>
          </a:p>
        </p:txBody>
      </p:sp>
      <p:pic>
        <p:nvPicPr>
          <p:cNvPr id="8" name="Library _ Loom - 10 July 2024 (1)">
            <a:hlinkClick r:id="" action="ppaction://media"/>
            <a:extLst>
              <a:ext uri="{FF2B5EF4-FFF2-40B4-BE49-F238E27FC236}">
                <a16:creationId xmlns:a16="http://schemas.microsoft.com/office/drawing/2014/main" id="{AA906521-47F1-AB0D-431F-F936CC8D7D4C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1452563"/>
            <a:ext cx="9144000" cy="3952875"/>
          </a:xfrm>
          <a:prstGeom prst="rect">
            <a:avLst/>
          </a:prstGeom>
        </p:spPr>
      </p:pic>
      <p:sp>
        <p:nvSpPr>
          <p:cNvPr id="2" name="Fußzeilenplatzhalter 4">
            <a:extLst>
              <a:ext uri="{FF2B5EF4-FFF2-40B4-BE49-F238E27FC236}">
                <a16:creationId xmlns:a16="http://schemas.microsoft.com/office/drawing/2014/main" id="{233706B1-4BF0-AEA7-FEFA-6654D638B5CA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 bwMode="gray">
          <a:xfrm>
            <a:off x="405000" y="6493063"/>
            <a:ext cx="5670000" cy="288000"/>
          </a:xfrm>
        </p:spPr>
        <p:txBody>
          <a:bodyPr/>
          <a:lstStyle/>
          <a:p>
            <a:r>
              <a:rPr lang="de-DE" dirty="0"/>
              <a:t>MUC Modularbeit</a:t>
            </a:r>
            <a:r>
              <a:rPr lang="de-DE" noProof="0" dirty="0"/>
              <a:t> | </a:t>
            </a:r>
            <a:r>
              <a:rPr lang="de-DE" dirty="0"/>
              <a:t>Maria Lyoteva | Tsvetan Stanchev</a:t>
            </a:r>
            <a:endParaRPr lang="de-DE" noProof="0" dirty="0"/>
          </a:p>
        </p:txBody>
      </p:sp>
    </p:spTree>
    <p:extLst>
      <p:ext uri="{BB962C8B-B14F-4D97-AF65-F5344CB8AC3E}">
        <p14:creationId xmlns:p14="http://schemas.microsoft.com/office/powerpoint/2010/main" val="7925717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55134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8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"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CEF8B4D4-0746-CEE5-2F50-5B09014C25B8}"/>
              </a:ext>
            </a:extLst>
          </p:cNvPr>
          <p:cNvSpPr>
            <a:spLocks noGrp="1"/>
          </p:cNvSpPr>
          <p:nvPr>
            <p:ph type="dt" sz="half" idx="14"/>
          </p:nvPr>
        </p:nvSpPr>
        <p:spPr bwMode="gray"/>
        <p:txBody>
          <a:bodyPr/>
          <a:lstStyle/>
          <a:p>
            <a:fld id="{1065B2B9-01C5-4CF7-AC68-1ABCFB96A8D8}" type="datetime4">
              <a:rPr lang="de-DE" noProof="0" smtClean="0"/>
              <a:t>11. Juli 2024</a:t>
            </a:fld>
            <a:endParaRPr lang="de-DE" noProof="0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97A3E21-222F-9A8B-DC95-7D5395587EA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 bwMode="gray"/>
        <p:txBody>
          <a:bodyPr/>
          <a:lstStyle/>
          <a:p>
            <a:fld id="{02CEFE82-39F2-4F47-8A0C-D5AB3496FA5C}" type="slidenum">
              <a:rPr lang="de-DE" noProof="0" smtClean="0"/>
              <a:pPr/>
              <a:t>11</a:t>
            </a:fld>
            <a:endParaRPr lang="de-DE" noProof="0" dirty="0"/>
          </a:p>
        </p:txBody>
      </p:sp>
      <p:sp>
        <p:nvSpPr>
          <p:cNvPr id="8" name="Textplatzhalter 7">
            <a:extLst>
              <a:ext uri="{FF2B5EF4-FFF2-40B4-BE49-F238E27FC236}">
                <a16:creationId xmlns:a16="http://schemas.microsoft.com/office/drawing/2014/main" id="{BBE531E5-3599-7013-9782-F33CA85F1FB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 bwMode="gray">
          <a:xfrm>
            <a:off x="401529" y="2444486"/>
            <a:ext cx="796529" cy="815313"/>
          </a:xfrm>
        </p:spPr>
        <p:txBody>
          <a:bodyPr/>
          <a:lstStyle/>
          <a:p>
            <a:r>
              <a:rPr lang="de-DE" dirty="0">
                <a:solidFill>
                  <a:schemeClr val="bg2"/>
                </a:solidFill>
              </a:rPr>
              <a:t>01</a:t>
            </a:r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D12DC1CE-4129-B54B-25A9-803BC75014A5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 bwMode="gray">
          <a:xfrm>
            <a:off x="401529" y="3787351"/>
            <a:ext cx="796529" cy="815313"/>
          </a:xfrm>
        </p:spPr>
        <p:txBody>
          <a:bodyPr/>
          <a:lstStyle/>
          <a:p>
            <a:r>
              <a:rPr lang="de-DE" dirty="0">
                <a:solidFill>
                  <a:schemeClr val="bg2"/>
                </a:solidFill>
              </a:rPr>
              <a:t>02</a:t>
            </a:r>
          </a:p>
        </p:txBody>
      </p:sp>
      <p:sp>
        <p:nvSpPr>
          <p:cNvPr id="11" name="Textplatzhalter 10">
            <a:extLst>
              <a:ext uri="{FF2B5EF4-FFF2-40B4-BE49-F238E27FC236}">
                <a16:creationId xmlns:a16="http://schemas.microsoft.com/office/drawing/2014/main" id="{BE4EEDCF-9322-D12A-86A0-EAFA4EC075EE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 bwMode="gray">
          <a:xfrm rot="5400000">
            <a:off x="994382" y="2838641"/>
            <a:ext cx="720000" cy="27000"/>
          </a:xfrm>
          <a:solidFill>
            <a:schemeClr val="bg2"/>
          </a:solidFill>
        </p:spPr>
        <p:txBody>
          <a:bodyPr/>
          <a:lstStyle/>
          <a:p>
            <a:r>
              <a:rPr lang="de-DE" dirty="0"/>
              <a:t> </a:t>
            </a:r>
          </a:p>
        </p:txBody>
      </p:sp>
      <p:sp>
        <p:nvSpPr>
          <p:cNvPr id="12" name="Textplatzhalter 11">
            <a:extLst>
              <a:ext uri="{FF2B5EF4-FFF2-40B4-BE49-F238E27FC236}">
                <a16:creationId xmlns:a16="http://schemas.microsoft.com/office/drawing/2014/main" id="{62C5EF6A-2210-D268-28CC-3FD8B0D01955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 bwMode="gray">
          <a:xfrm rot="5400000">
            <a:off x="994382" y="4181506"/>
            <a:ext cx="720000" cy="27000"/>
          </a:xfrm>
          <a:solidFill>
            <a:schemeClr val="bg2"/>
          </a:solidFill>
        </p:spPr>
        <p:txBody>
          <a:bodyPr/>
          <a:lstStyle/>
          <a:p>
            <a:r>
              <a:rPr lang="de-DE" dirty="0">
                <a:solidFill>
                  <a:schemeClr val="accent6">
                    <a:lumMod val="75000"/>
                  </a:schemeClr>
                </a:solidFill>
              </a:rPr>
              <a:t> </a:t>
            </a:r>
          </a:p>
        </p:txBody>
      </p:sp>
      <p:sp>
        <p:nvSpPr>
          <p:cNvPr id="14" name="Textplatzhalter 13">
            <a:extLst>
              <a:ext uri="{FF2B5EF4-FFF2-40B4-BE49-F238E27FC236}">
                <a16:creationId xmlns:a16="http://schemas.microsoft.com/office/drawing/2014/main" id="{F2AA32FD-DB2B-D278-6E4E-CF254ADD969A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 bwMode="gray">
          <a:xfrm>
            <a:off x="1510706" y="2444849"/>
            <a:ext cx="2700000" cy="814387"/>
          </a:xfrm>
        </p:spPr>
        <p:txBody>
          <a:bodyPr/>
          <a:lstStyle/>
          <a:p>
            <a:r>
              <a:rPr lang="de-DE" dirty="0"/>
              <a:t>Projektbeschreibung</a:t>
            </a:r>
          </a:p>
        </p:txBody>
      </p:sp>
      <p:sp>
        <p:nvSpPr>
          <p:cNvPr id="15" name="Textplatzhalter 14">
            <a:extLst>
              <a:ext uri="{FF2B5EF4-FFF2-40B4-BE49-F238E27FC236}">
                <a16:creationId xmlns:a16="http://schemas.microsoft.com/office/drawing/2014/main" id="{46596E53-4986-D6D0-2592-C81C0E0A135C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 bwMode="gray">
          <a:xfrm>
            <a:off x="1510706" y="3788277"/>
            <a:ext cx="2700000" cy="814387"/>
          </a:xfrm>
        </p:spPr>
        <p:txBody>
          <a:bodyPr/>
          <a:lstStyle/>
          <a:p>
            <a:r>
              <a:rPr lang="de-DE" dirty="0"/>
              <a:t>ESP32-Code</a:t>
            </a:r>
          </a:p>
        </p:txBody>
      </p:sp>
      <p:sp>
        <p:nvSpPr>
          <p:cNvPr id="17" name="Textplatzhalter 16">
            <a:extLst>
              <a:ext uri="{FF2B5EF4-FFF2-40B4-BE49-F238E27FC236}">
                <a16:creationId xmlns:a16="http://schemas.microsoft.com/office/drawing/2014/main" id="{BD9F9CAB-4746-90AF-4673-131F51C7207B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 bwMode="gray">
          <a:xfrm>
            <a:off x="4929823" y="2444486"/>
            <a:ext cx="796529" cy="815313"/>
          </a:xfrm>
        </p:spPr>
        <p:txBody>
          <a:bodyPr/>
          <a:lstStyle/>
          <a:p>
            <a:r>
              <a:rPr lang="de-DE" dirty="0">
                <a:solidFill>
                  <a:schemeClr val="bg2"/>
                </a:solidFill>
              </a:rPr>
              <a:t>03</a:t>
            </a:r>
          </a:p>
        </p:txBody>
      </p:sp>
      <p:sp>
        <p:nvSpPr>
          <p:cNvPr id="18" name="Textplatzhalter 17">
            <a:extLst>
              <a:ext uri="{FF2B5EF4-FFF2-40B4-BE49-F238E27FC236}">
                <a16:creationId xmlns:a16="http://schemas.microsoft.com/office/drawing/2014/main" id="{B560349B-8426-B297-84F5-6456921DE21A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 bwMode="gray">
          <a:xfrm>
            <a:off x="4929823" y="3787351"/>
            <a:ext cx="796529" cy="815313"/>
          </a:xfrm>
        </p:spPr>
        <p:txBody>
          <a:bodyPr/>
          <a:lstStyle/>
          <a:p>
            <a:r>
              <a:rPr lang="de-DE" dirty="0"/>
              <a:t>04</a:t>
            </a:r>
          </a:p>
        </p:txBody>
      </p:sp>
      <p:sp>
        <p:nvSpPr>
          <p:cNvPr id="20" name="Textplatzhalter 19">
            <a:extLst>
              <a:ext uri="{FF2B5EF4-FFF2-40B4-BE49-F238E27FC236}">
                <a16:creationId xmlns:a16="http://schemas.microsoft.com/office/drawing/2014/main" id="{092D31BA-82DE-2054-B5CD-EE60C523F5B2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 bwMode="gray">
          <a:xfrm rot="5400000">
            <a:off x="5522676" y="2838641"/>
            <a:ext cx="720000" cy="27000"/>
          </a:xfrm>
          <a:solidFill>
            <a:schemeClr val="bg2"/>
          </a:solidFill>
        </p:spPr>
        <p:txBody>
          <a:bodyPr/>
          <a:lstStyle/>
          <a:p>
            <a:r>
              <a:rPr lang="de-DE" dirty="0"/>
              <a:t> </a:t>
            </a:r>
          </a:p>
        </p:txBody>
      </p:sp>
      <p:sp>
        <p:nvSpPr>
          <p:cNvPr id="21" name="Textplatzhalter 20">
            <a:extLst>
              <a:ext uri="{FF2B5EF4-FFF2-40B4-BE49-F238E27FC236}">
                <a16:creationId xmlns:a16="http://schemas.microsoft.com/office/drawing/2014/main" id="{8A45EBF6-58EC-5BA7-BBA7-384FCAEE3437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 bwMode="gray">
          <a:xfrm rot="5400000">
            <a:off x="5522676" y="4181506"/>
            <a:ext cx="720000" cy="27000"/>
          </a:xfrm>
          <a:solidFill>
            <a:schemeClr val="accent1"/>
          </a:solidFill>
        </p:spPr>
        <p:txBody>
          <a:bodyPr/>
          <a:lstStyle/>
          <a:p>
            <a:r>
              <a:rPr lang="de-DE" dirty="0"/>
              <a:t> </a:t>
            </a:r>
          </a:p>
        </p:txBody>
      </p:sp>
      <p:sp>
        <p:nvSpPr>
          <p:cNvPr id="23" name="Textplatzhalter 22">
            <a:extLst>
              <a:ext uri="{FF2B5EF4-FFF2-40B4-BE49-F238E27FC236}">
                <a16:creationId xmlns:a16="http://schemas.microsoft.com/office/drawing/2014/main" id="{46E873F8-2344-1665-F3FF-734CCA84447E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 bwMode="gray">
          <a:xfrm>
            <a:off x="6039000" y="2444849"/>
            <a:ext cx="2700000" cy="814387"/>
          </a:xfrm>
        </p:spPr>
        <p:txBody>
          <a:bodyPr/>
          <a:lstStyle/>
          <a:p>
            <a:r>
              <a:rPr lang="de-DE" dirty="0"/>
              <a:t>NodeRED-Flow</a:t>
            </a:r>
          </a:p>
        </p:txBody>
      </p:sp>
      <p:sp>
        <p:nvSpPr>
          <p:cNvPr id="24" name="Textplatzhalter 23">
            <a:extLst>
              <a:ext uri="{FF2B5EF4-FFF2-40B4-BE49-F238E27FC236}">
                <a16:creationId xmlns:a16="http://schemas.microsoft.com/office/drawing/2014/main" id="{2C12344D-D2A5-5CBF-2C2D-4C7963AD0295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 bwMode="gray">
          <a:xfrm>
            <a:off x="6039000" y="3788277"/>
            <a:ext cx="2700000" cy="814387"/>
          </a:xfrm>
        </p:spPr>
        <p:txBody>
          <a:bodyPr/>
          <a:lstStyle/>
          <a:p>
            <a:endParaRPr lang="de-DE" dirty="0"/>
          </a:p>
          <a:p>
            <a:r>
              <a:rPr lang="de-DE" dirty="0"/>
              <a:t>Android-App</a:t>
            </a:r>
          </a:p>
          <a:p>
            <a:endParaRPr lang="de-DE" dirty="0"/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65C07C2D-141A-1106-404C-11F4DFA87671}"/>
              </a:ext>
            </a:extLst>
          </p:cNvPr>
          <p:cNvSpPr>
            <a:spLocks noGrp="1"/>
          </p:cNvSpPr>
          <p:nvPr>
            <p:ph type="title"/>
          </p:nvPr>
        </p:nvSpPr>
        <p:spPr bwMode="gray"/>
        <p:txBody>
          <a:bodyPr/>
          <a:lstStyle/>
          <a:p>
            <a:r>
              <a:rPr lang="de-DE" sz="3200" dirty="0"/>
              <a:t>Agenda</a:t>
            </a:r>
          </a:p>
        </p:txBody>
      </p:sp>
      <p:sp>
        <p:nvSpPr>
          <p:cNvPr id="2" name="Fußzeilenplatzhalter 4">
            <a:extLst>
              <a:ext uri="{FF2B5EF4-FFF2-40B4-BE49-F238E27FC236}">
                <a16:creationId xmlns:a16="http://schemas.microsoft.com/office/drawing/2014/main" id="{A00C9DC7-4EF5-D669-AA42-4C5E7EAA20AD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 bwMode="gray">
          <a:xfrm>
            <a:off x="405000" y="6493063"/>
            <a:ext cx="5670000" cy="288000"/>
          </a:xfrm>
        </p:spPr>
        <p:txBody>
          <a:bodyPr/>
          <a:lstStyle/>
          <a:p>
            <a:r>
              <a:rPr lang="de-DE" dirty="0"/>
              <a:t>MUC Modularbeit</a:t>
            </a:r>
            <a:r>
              <a:rPr lang="de-DE" noProof="0" dirty="0"/>
              <a:t> | </a:t>
            </a:r>
            <a:r>
              <a:rPr lang="de-DE" dirty="0"/>
              <a:t>Maria Lyoteva | Tsvetan Stanchev</a:t>
            </a:r>
            <a:endParaRPr lang="de-DE" noProof="0" dirty="0"/>
          </a:p>
        </p:txBody>
      </p:sp>
    </p:spTree>
    <p:extLst>
      <p:ext uri="{BB962C8B-B14F-4D97-AF65-F5344CB8AC3E}">
        <p14:creationId xmlns:p14="http://schemas.microsoft.com/office/powerpoint/2010/main" val="33004942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F5B2493-07BD-70C8-74F5-C27AC8AB9545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AA8A9A55-2ABC-4FFE-87E5-39C6B5EC27C8}" type="datetime4">
              <a:rPr lang="de-DE" noProof="0" smtClean="0"/>
              <a:t>11. Juli 2024</a:t>
            </a:fld>
            <a:endParaRPr lang="de-DE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0AA512A-0018-C4BB-75B4-1039411A3AC9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02CEFE82-39F2-4F47-8A0C-D5AB3496FA5C}" type="slidenum">
              <a:rPr lang="de-DE" noProof="0" smtClean="0"/>
              <a:pPr/>
              <a:t>12</a:t>
            </a:fld>
            <a:endParaRPr lang="de-DE" noProof="0" dirty="0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33024473-435F-736A-96FB-3AA256E529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3200" dirty="0"/>
              <a:t>UML-</a:t>
            </a:r>
            <a:r>
              <a:rPr lang="en-GB" sz="3200" dirty="0" err="1"/>
              <a:t>Diagramm</a:t>
            </a:r>
            <a:endParaRPr lang="en-GB" sz="3200" dirty="0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B9138971-F5C7-12B4-8391-068DAEAE2FB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4886" y="1333665"/>
            <a:ext cx="7474227" cy="49748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Fußzeilenplatzhalter 4">
            <a:extLst>
              <a:ext uri="{FF2B5EF4-FFF2-40B4-BE49-F238E27FC236}">
                <a16:creationId xmlns:a16="http://schemas.microsoft.com/office/drawing/2014/main" id="{8EAC1F2E-F89B-3E73-76A7-49E09A88BD4C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 bwMode="gray">
          <a:xfrm>
            <a:off x="405000" y="6493063"/>
            <a:ext cx="5670000" cy="288000"/>
          </a:xfrm>
        </p:spPr>
        <p:txBody>
          <a:bodyPr/>
          <a:lstStyle/>
          <a:p>
            <a:r>
              <a:rPr lang="de-DE" dirty="0"/>
              <a:t>MUC Modularbeit</a:t>
            </a:r>
            <a:r>
              <a:rPr lang="de-DE" noProof="0" dirty="0"/>
              <a:t> | </a:t>
            </a:r>
            <a:r>
              <a:rPr lang="de-DE" dirty="0"/>
              <a:t>Maria Lyoteva | Tsvetan Stanchev</a:t>
            </a:r>
            <a:endParaRPr lang="de-DE" noProof="0" dirty="0"/>
          </a:p>
        </p:txBody>
      </p:sp>
    </p:spTree>
    <p:extLst>
      <p:ext uri="{BB962C8B-B14F-4D97-AF65-F5344CB8AC3E}">
        <p14:creationId xmlns:p14="http://schemas.microsoft.com/office/powerpoint/2010/main" val="29028169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24FA9BA-FDF0-77AD-C9EE-94B3628089FC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389EA301-FA80-4CD7-855B-3806D9580403}" type="datetime4">
              <a:rPr lang="de-DE" noProof="0" smtClean="0"/>
              <a:t>11. Juli 2024</a:t>
            </a:fld>
            <a:endParaRPr lang="de-DE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A14A0DD-BB83-4E8C-39DD-493B6FEAA320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02CEFE82-39F2-4F47-8A0C-D5AB3496FA5C}" type="slidenum">
              <a:rPr lang="de-DE" noProof="0" smtClean="0"/>
              <a:pPr/>
              <a:t>13</a:t>
            </a:fld>
            <a:endParaRPr lang="de-DE" noProof="0" dirty="0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D9E28C3F-FE65-5A98-F9C3-F174D8551B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3200" dirty="0"/>
              <a:t>Android-App Demo</a:t>
            </a:r>
          </a:p>
        </p:txBody>
      </p:sp>
      <p:sp>
        <p:nvSpPr>
          <p:cNvPr id="12" name="Inhaltsplatzhalter 6">
            <a:extLst>
              <a:ext uri="{FF2B5EF4-FFF2-40B4-BE49-F238E27FC236}">
                <a16:creationId xmlns:a16="http://schemas.microsoft.com/office/drawing/2014/main" id="{6A233FB4-DF98-F2E4-DA1C-85DBA2C2FE04}"/>
              </a:ext>
            </a:extLst>
          </p:cNvPr>
          <p:cNvSpPr txBox="1">
            <a:spLocks/>
          </p:cNvSpPr>
          <p:nvPr/>
        </p:nvSpPr>
        <p:spPr bwMode="gray">
          <a:xfrm>
            <a:off x="405001" y="1728000"/>
            <a:ext cx="4703712" cy="4140000"/>
          </a:xfrm>
          <a:custGeom>
            <a:avLst/>
            <a:gdLst>
              <a:gd name="connsiteX0" fmla="*/ 0 w 11520000"/>
              <a:gd name="connsiteY0" fmla="*/ 0 h 4298400"/>
              <a:gd name="connsiteX1" fmla="*/ 11520000 w 11520000"/>
              <a:gd name="connsiteY1" fmla="*/ 0 h 4298400"/>
              <a:gd name="connsiteX2" fmla="*/ 11520000 w 11520000"/>
              <a:gd name="connsiteY2" fmla="*/ 4298400 h 4298400"/>
              <a:gd name="connsiteX3" fmla="*/ 0 w 11520000"/>
              <a:gd name="connsiteY3" fmla="*/ 4298400 h 4298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520000" h="4298400">
                <a:moveTo>
                  <a:pt x="0" y="0"/>
                </a:moveTo>
                <a:lnTo>
                  <a:pt x="11520000" y="0"/>
                </a:lnTo>
                <a:lnTo>
                  <a:pt x="11520000" y="4298400"/>
                </a:lnTo>
                <a:lnTo>
                  <a:pt x="0" y="4298400"/>
                </a:lnTo>
                <a:close/>
              </a:path>
            </a:pathLst>
          </a:custGeom>
        </p:spPr>
        <p:txBody>
          <a:bodyPr/>
          <a:lstStyle>
            <a:lvl1pPr marL="202520" indent="-202520" algn="l" defTabSz="685868" rtl="0" eaLnBrk="1" latinLnBrk="0" hangingPunct="1">
              <a:lnSpc>
                <a:spcPct val="130000"/>
              </a:lnSpc>
              <a:spcBef>
                <a:spcPts val="0"/>
              </a:spcBef>
              <a:spcAft>
                <a:spcPts val="9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0054" indent="-202520" algn="l" defTabSz="685868" rtl="0" eaLnBrk="1" latinLnBrk="0" hangingPunct="1">
              <a:lnSpc>
                <a:spcPct val="130000"/>
              </a:lnSpc>
              <a:spcBef>
                <a:spcPts val="0"/>
              </a:spcBef>
              <a:spcAft>
                <a:spcPts val="900"/>
              </a:spcAft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10081" indent="-202520" algn="l" defTabSz="685868" rtl="0" eaLnBrk="1" latinLnBrk="0" hangingPunct="1">
              <a:lnSpc>
                <a:spcPct val="130000"/>
              </a:lnSpc>
              <a:spcBef>
                <a:spcPts val="0"/>
              </a:spcBef>
              <a:spcAft>
                <a:spcPts val="900"/>
              </a:spcAft>
              <a:buFont typeface="Arial" panose="020B0604020202020204" pitchFamily="34" charset="0"/>
              <a:buChar char="–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80108" indent="-202520" algn="l" defTabSz="685868" rtl="0" eaLnBrk="1" latinLnBrk="0" hangingPunct="1">
              <a:lnSpc>
                <a:spcPct val="130000"/>
              </a:lnSpc>
              <a:spcBef>
                <a:spcPts val="0"/>
              </a:spcBef>
              <a:spcAft>
                <a:spcPts val="900"/>
              </a:spcAft>
              <a:buFont typeface="Arial" panose="020B0604020202020204" pitchFamily="34" charset="0"/>
              <a:buChar char="–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50135" indent="-202520" algn="l" defTabSz="685868" rtl="0" eaLnBrk="1" latinLnBrk="0" hangingPunct="1">
              <a:lnSpc>
                <a:spcPct val="130000"/>
              </a:lnSpc>
              <a:spcBef>
                <a:spcPts val="0"/>
              </a:spcBef>
              <a:spcAft>
                <a:spcPts val="900"/>
              </a:spcAft>
              <a:buFont typeface="Arial" panose="020B0604020202020204" pitchFamily="34" charset="0"/>
              <a:buChar char="–"/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6138" indent="-171467" algn="l" defTabSz="685868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9073" indent="-171467" algn="l" defTabSz="685868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2007" indent="-171467" algn="l" defTabSz="685868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942" indent="-171467" algn="l" defTabSz="685868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sz="2200" dirty="0"/>
              <a:t>Username eingeben</a:t>
            </a:r>
          </a:p>
          <a:p>
            <a:r>
              <a:rPr lang="de-DE" sz="2200" dirty="0"/>
              <a:t>Werte für Puls und Sauerstoffsättigung </a:t>
            </a:r>
          </a:p>
          <a:p>
            <a:r>
              <a:rPr lang="de-DE" sz="2200" dirty="0"/>
              <a:t>Diagramm des Pulsschlags</a:t>
            </a:r>
          </a:p>
          <a:p>
            <a:r>
              <a:rPr lang="de-DE" sz="2200" dirty="0"/>
              <a:t>Datenbank mit Spalten für Name, Zeit, Puls und Sauerstoffsättigung</a:t>
            </a:r>
          </a:p>
          <a:p>
            <a:endParaRPr lang="de-DE" dirty="0"/>
          </a:p>
          <a:p>
            <a:endParaRPr lang="de-DE" dirty="0"/>
          </a:p>
        </p:txBody>
      </p:sp>
      <p:pic>
        <p:nvPicPr>
          <p:cNvPr id="16" name="Screen_recording_20240711_001455">
            <a:hlinkClick r:id="" action="ppaction://media"/>
            <a:extLst>
              <a:ext uri="{FF2B5EF4-FFF2-40B4-BE49-F238E27FC236}">
                <a16:creationId xmlns:a16="http://schemas.microsoft.com/office/drawing/2014/main" id="{7BCF326C-AF29-0899-674F-8522D27B7C3D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6075000" y="0"/>
            <a:ext cx="3086100" cy="6858000"/>
          </a:xfrm>
          <a:prstGeom prst="rect">
            <a:avLst/>
          </a:prstGeom>
        </p:spPr>
      </p:pic>
      <p:sp>
        <p:nvSpPr>
          <p:cNvPr id="2" name="Fußzeilenplatzhalter 4">
            <a:extLst>
              <a:ext uri="{FF2B5EF4-FFF2-40B4-BE49-F238E27FC236}">
                <a16:creationId xmlns:a16="http://schemas.microsoft.com/office/drawing/2014/main" id="{0E2BC64E-592B-CC23-FE93-0E800278D8DE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 bwMode="gray">
          <a:xfrm>
            <a:off x="405000" y="6493063"/>
            <a:ext cx="5670000" cy="288000"/>
          </a:xfrm>
        </p:spPr>
        <p:txBody>
          <a:bodyPr/>
          <a:lstStyle/>
          <a:p>
            <a:r>
              <a:rPr lang="de-DE" dirty="0"/>
              <a:t>MUC Modularbeit</a:t>
            </a:r>
            <a:r>
              <a:rPr lang="de-DE" noProof="0" dirty="0"/>
              <a:t> | </a:t>
            </a:r>
            <a:r>
              <a:rPr lang="de-DE" dirty="0"/>
              <a:t>Maria Lyoteva | Tsvetan Stanchev</a:t>
            </a:r>
            <a:endParaRPr lang="de-DE" noProof="0" dirty="0"/>
          </a:p>
        </p:txBody>
      </p:sp>
    </p:spTree>
    <p:extLst>
      <p:ext uri="{BB962C8B-B14F-4D97-AF65-F5344CB8AC3E}">
        <p14:creationId xmlns:p14="http://schemas.microsoft.com/office/powerpoint/2010/main" val="25630621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62834" fill="hold"/>
                                        <p:tgtEl>
                                          <p:spTgt spid="1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16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1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6"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816281D-0677-90D8-1EBF-D8C6035792E5}"/>
              </a:ext>
            </a:extLst>
          </p:cNvPr>
          <p:cNvSpPr>
            <a:spLocks noGrp="1"/>
          </p:cNvSpPr>
          <p:nvPr>
            <p:ph type="title"/>
          </p:nvPr>
        </p:nvSpPr>
        <p:spPr bwMode="gray"/>
        <p:txBody>
          <a:bodyPr/>
          <a:lstStyle/>
          <a:p>
            <a:r>
              <a:rPr lang="de-DE" dirty="0"/>
              <a:t>Vielen Dank!</a:t>
            </a:r>
          </a:p>
        </p:txBody>
      </p:sp>
      <p:pic>
        <p:nvPicPr>
          <p:cNvPr id="4" name="Bildplatzhalter 5">
            <a:extLst>
              <a:ext uri="{FF2B5EF4-FFF2-40B4-BE49-F238E27FC236}">
                <a16:creationId xmlns:a16="http://schemas.microsoft.com/office/drawing/2014/main" id="{E98192E3-A287-4B29-6B56-3BA1B364A719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gray"/>
      </p:pic>
    </p:spTree>
    <p:extLst>
      <p:ext uri="{BB962C8B-B14F-4D97-AF65-F5344CB8AC3E}">
        <p14:creationId xmlns:p14="http://schemas.microsoft.com/office/powerpoint/2010/main" val="16050806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TH">
  <a:themeElements>
    <a:clrScheme name="OTH">
      <a:dk1>
        <a:srgbClr val="000000"/>
      </a:dk1>
      <a:lt1>
        <a:srgbClr val="FFFFFF"/>
      </a:lt1>
      <a:dk2>
        <a:srgbClr val="000000"/>
      </a:dk2>
      <a:lt2>
        <a:srgbClr val="B0A79D"/>
      </a:lt2>
      <a:accent1>
        <a:srgbClr val="F19400"/>
      </a:accent1>
      <a:accent2>
        <a:srgbClr val="7FA8B6"/>
      </a:accent2>
      <a:accent3>
        <a:srgbClr val="A24885"/>
      </a:accent3>
      <a:accent4>
        <a:srgbClr val="78A26E"/>
      </a:accent4>
      <a:accent5>
        <a:srgbClr val="CBC4BE"/>
      </a:accent5>
      <a:accent6>
        <a:srgbClr val="F8BB6B"/>
      </a:accent6>
      <a:hlink>
        <a:srgbClr val="8A8079"/>
      </a:hlink>
      <a:folHlink>
        <a:srgbClr val="F29400"/>
      </a:folHlink>
    </a:clrScheme>
    <a:fontScheme name="OTH">
      <a:majorFont>
        <a:latin typeface="Meta OT"/>
        <a:ea typeface=""/>
        <a:cs typeface=""/>
      </a:majorFont>
      <a:minorFont>
        <a:latin typeface="Meta O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gray">
        <a:ln>
          <a:noFill/>
        </a:ln>
      </a:spPr>
      <a:bodyPr lIns="36000" tIns="36000" rIns="36000" bIns="36000" rtlCol="0" anchor="ctr"/>
      <a:lstStyle>
        <a:defPPr algn="ctr">
          <a:lnSpc>
            <a:spcPct val="90000"/>
          </a:lnSpc>
          <a:spcAft>
            <a:spcPts val="1000"/>
          </a:spcAft>
          <a:defRPr sz="1400" dirty="0" err="1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 bwMode="gray">
        <a:ln w="12700" cap="rnd" cmpd="sng">
          <a:solidFill>
            <a:schemeClr val="bg2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 bwMode="gray">
        <a:noFill/>
      </a:spPr>
      <a:bodyPr wrap="square" lIns="0" tIns="0" rIns="0" bIns="0" rtlCol="0">
        <a:noAutofit/>
      </a:bodyPr>
      <a:lstStyle>
        <a:defPPr marL="285750" indent="-285750" algn="l">
          <a:lnSpc>
            <a:spcPct val="90000"/>
          </a:lnSpc>
          <a:spcAft>
            <a:spcPts val="1000"/>
          </a:spcAft>
          <a:buClr>
            <a:schemeClr val="accent1"/>
          </a:buClr>
          <a:buFont typeface="Arial" panose="020B0604020202020204" pitchFamily="34" charset="0"/>
          <a:buChar char="•"/>
          <a:defRPr dirty="0" err="1" smtClean="0"/>
        </a:defPPr>
      </a:lstStyle>
    </a:txDef>
  </a:objectDefaults>
  <a:extraClrSchemeLst/>
</a:theme>
</file>

<file path=ppt/theme/theme2.xml><?xml version="1.0" encoding="utf-8"?>
<a:theme xmlns:a="http://schemas.openxmlformats.org/drawingml/2006/main" name="Larissa">
  <a:themeElements>
    <a:clrScheme name="OTH">
      <a:dk1>
        <a:srgbClr val="000000"/>
      </a:dk1>
      <a:lt1>
        <a:srgbClr val="FFFFFF"/>
      </a:lt1>
      <a:dk2>
        <a:srgbClr val="000000"/>
      </a:dk2>
      <a:lt2>
        <a:srgbClr val="B0A79D"/>
      </a:lt2>
      <a:accent1>
        <a:srgbClr val="F19400"/>
      </a:accent1>
      <a:accent2>
        <a:srgbClr val="7FA8B6"/>
      </a:accent2>
      <a:accent3>
        <a:srgbClr val="A24885"/>
      </a:accent3>
      <a:accent4>
        <a:srgbClr val="78A26E"/>
      </a:accent4>
      <a:accent5>
        <a:srgbClr val="CBC4BE"/>
      </a:accent5>
      <a:accent6>
        <a:srgbClr val="F8BB6B"/>
      </a:accent6>
      <a:hlink>
        <a:srgbClr val="8A8079"/>
      </a:hlink>
      <a:folHlink>
        <a:srgbClr val="F29400"/>
      </a:folHlink>
    </a:clrScheme>
    <a:fontScheme name="OTH">
      <a:majorFont>
        <a:latin typeface="Meta OT"/>
        <a:ea typeface=""/>
        <a:cs typeface=""/>
      </a:majorFont>
      <a:minorFont>
        <a:latin typeface="Meta OT"/>
        <a:ea typeface=""/>
        <a:cs typeface="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TH">
      <a:dk1>
        <a:srgbClr val="000000"/>
      </a:dk1>
      <a:lt1>
        <a:srgbClr val="FFFFFF"/>
      </a:lt1>
      <a:dk2>
        <a:srgbClr val="000000"/>
      </a:dk2>
      <a:lt2>
        <a:srgbClr val="B0A79D"/>
      </a:lt2>
      <a:accent1>
        <a:srgbClr val="F19400"/>
      </a:accent1>
      <a:accent2>
        <a:srgbClr val="7FA8B6"/>
      </a:accent2>
      <a:accent3>
        <a:srgbClr val="A24885"/>
      </a:accent3>
      <a:accent4>
        <a:srgbClr val="78A26E"/>
      </a:accent4>
      <a:accent5>
        <a:srgbClr val="CBC4BE"/>
      </a:accent5>
      <a:accent6>
        <a:srgbClr val="F8BB6B"/>
      </a:accent6>
      <a:hlink>
        <a:srgbClr val="8A8079"/>
      </a:hlink>
      <a:folHlink>
        <a:srgbClr val="F29400"/>
      </a:folHlink>
    </a:clrScheme>
    <a:fontScheme name="OTH">
      <a:majorFont>
        <a:latin typeface="Meta OT"/>
        <a:ea typeface=""/>
        <a:cs typeface=""/>
      </a:majorFont>
      <a:minorFont>
        <a:latin typeface="Meta O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329</TotalTime>
  <Words>305</Words>
  <Application>Microsoft Office PowerPoint</Application>
  <PresentationFormat>On-screen Show (4:3)</PresentationFormat>
  <Paragraphs>139</Paragraphs>
  <Slides>14</Slides>
  <Notes>0</Notes>
  <HiddenSlides>0</HiddenSlides>
  <MMClips>2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Meta OT</vt:lpstr>
      <vt:lpstr>Arial</vt:lpstr>
      <vt:lpstr>OTH</vt:lpstr>
      <vt:lpstr>MUC modularbeit</vt:lpstr>
      <vt:lpstr>Agenda</vt:lpstr>
      <vt:lpstr>Agenda</vt:lpstr>
      <vt:lpstr>Was haben wir gemacht?</vt:lpstr>
      <vt:lpstr>Schritte</vt:lpstr>
      <vt:lpstr>Agenda</vt:lpstr>
      <vt:lpstr>ESP32-Code</vt:lpstr>
      <vt:lpstr>Agenda</vt:lpstr>
      <vt:lpstr>NodeRED-Flow</vt:lpstr>
      <vt:lpstr>NodeRED Demo</vt:lpstr>
      <vt:lpstr>Agenda</vt:lpstr>
      <vt:lpstr>UML-Diagramm</vt:lpstr>
      <vt:lpstr>Android-App Demo</vt:lpstr>
      <vt:lpstr>Vielen Dank!</vt:lpstr>
    </vt:vector>
  </TitlesOfParts>
  <Company>Ostbayerische Technische Hochschule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OTH Master</dc:title>
  <dc:creator>PresentationLoad</dc:creator>
  <dc:description/>
  <cp:lastModifiedBy>Tsvetan Stanchev</cp:lastModifiedBy>
  <cp:revision>1833</cp:revision>
  <dcterms:created xsi:type="dcterms:W3CDTF">2015-11-26T10:37:47Z</dcterms:created>
  <dcterms:modified xsi:type="dcterms:W3CDTF">2024-07-11T04:56:10Z</dcterms:modified>
</cp:coreProperties>
</file>